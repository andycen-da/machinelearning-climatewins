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8" r:id="rId1"/>
  </p:sldMasterIdLst>
  <p:notesMasterIdLst>
    <p:notesMasterId r:id="rId16"/>
  </p:notesMasterIdLst>
  <p:sldIdLst>
    <p:sldId id="256" r:id="rId2"/>
    <p:sldId id="286" r:id="rId3"/>
    <p:sldId id="257" r:id="rId4"/>
    <p:sldId id="258" r:id="rId5"/>
    <p:sldId id="285" r:id="rId6"/>
    <p:sldId id="259" r:id="rId7"/>
    <p:sldId id="261" r:id="rId8"/>
    <p:sldId id="265" r:id="rId9"/>
    <p:sldId id="270" r:id="rId10"/>
    <p:sldId id="275" r:id="rId11"/>
    <p:sldId id="273" r:id="rId12"/>
    <p:sldId id="267" r:id="rId13"/>
    <p:sldId id="272" r:id="rId14"/>
    <p:sldId id="269" r:id="rId15"/>
  </p:sldIdLst>
  <p:sldSz cx="9144000" cy="5143500" type="screen16x9"/>
  <p:notesSz cx="6858000" cy="9144000"/>
  <p:embeddedFontLst>
    <p:embeddedFont>
      <p:font typeface="High Tower Text" panose="02040502050506030303" pitchFamily="18" charset="0"/>
      <p:regular r:id="rId17"/>
      <p:italic r:id="rId18"/>
    </p:embeddedFont>
    <p:embeddedFont>
      <p:font typeface="Kalam" panose="020B0604020202020204" charset="0"/>
      <p:regular r:id="rId19"/>
      <p:bold r:id="rId20"/>
    </p:embeddedFont>
    <p:embeddedFont>
      <p:font typeface="Merriweather" panose="00000500000000000000"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38975F-739F-4DC9-A405-04951E460AA6}" v="39" dt="2025-05-13T22:18:51.970"/>
  </p1510:revLst>
</p1510:revInfo>
</file>

<file path=ppt/tableStyles.xml><?xml version="1.0" encoding="utf-8"?>
<a:tblStyleLst xmlns:a="http://schemas.openxmlformats.org/drawingml/2006/main" def="{2F9B4754-A883-40EA-AA17-CC1FA8374AAD}">
  <a:tblStyle styleId="{2F9B4754-A883-40EA-AA17-CC1FA8374AAD}"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3E52FE3-7FB9-4125-96C7-95EA83BDAF5A}"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9" d="100"/>
          <a:sy n="159" d="100"/>
        </p:scale>
        <p:origin x="150"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Y CEN" userId="8ee21a7c13c728a7" providerId="LiveId" clId="{CB38975F-739F-4DC9-A405-04951E460AA6}"/>
    <pc:docChg chg="undo custSel addSld delSld modSld">
      <pc:chgData name="ANDY CEN" userId="8ee21a7c13c728a7" providerId="LiveId" clId="{CB38975F-739F-4DC9-A405-04951E460AA6}" dt="2025-05-19T22:04:10.458" v="289" actId="20577"/>
      <pc:docMkLst>
        <pc:docMk/>
      </pc:docMkLst>
      <pc:sldChg chg="delSp mod delAnim">
        <pc:chgData name="ANDY CEN" userId="8ee21a7c13c728a7" providerId="LiveId" clId="{CB38975F-739F-4DC9-A405-04951E460AA6}" dt="2025-05-13T21:34:31.908" v="14" actId="478"/>
        <pc:sldMkLst>
          <pc:docMk/>
          <pc:sldMk cId="0" sldId="256"/>
        </pc:sldMkLst>
      </pc:sldChg>
      <pc:sldChg chg="delSp modSp mod delAnim">
        <pc:chgData name="ANDY CEN" userId="8ee21a7c13c728a7" providerId="LiveId" clId="{CB38975F-739F-4DC9-A405-04951E460AA6}" dt="2025-05-19T22:04:10.458" v="289" actId="20577"/>
        <pc:sldMkLst>
          <pc:docMk/>
          <pc:sldMk cId="0" sldId="257"/>
        </pc:sldMkLst>
        <pc:spChg chg="mod">
          <ac:chgData name="ANDY CEN" userId="8ee21a7c13c728a7" providerId="LiveId" clId="{CB38975F-739F-4DC9-A405-04951E460AA6}" dt="2025-05-13T21:38:48.348" v="27" actId="20577"/>
          <ac:spMkLst>
            <pc:docMk/>
            <pc:sldMk cId="0" sldId="257"/>
            <ac:spMk id="54" creationId="{00000000-0000-0000-0000-000000000000}"/>
          </ac:spMkLst>
        </pc:spChg>
        <pc:spChg chg="mod">
          <ac:chgData name="ANDY CEN" userId="8ee21a7c13c728a7" providerId="LiveId" clId="{CB38975F-739F-4DC9-A405-04951E460AA6}" dt="2025-05-19T22:04:10.458" v="289" actId="20577"/>
          <ac:spMkLst>
            <pc:docMk/>
            <pc:sldMk cId="0" sldId="257"/>
            <ac:spMk id="56" creationId="{00000000-0000-0000-0000-000000000000}"/>
          </ac:spMkLst>
        </pc:spChg>
      </pc:sldChg>
      <pc:sldChg chg="delSp mod delAnim">
        <pc:chgData name="ANDY CEN" userId="8ee21a7c13c728a7" providerId="LiveId" clId="{CB38975F-739F-4DC9-A405-04951E460AA6}" dt="2025-05-13T21:34:28.507" v="12" actId="478"/>
        <pc:sldMkLst>
          <pc:docMk/>
          <pc:sldMk cId="0" sldId="258"/>
        </pc:sldMkLst>
      </pc:sldChg>
      <pc:sldChg chg="delSp mod delAnim">
        <pc:chgData name="ANDY CEN" userId="8ee21a7c13c728a7" providerId="LiveId" clId="{CB38975F-739F-4DC9-A405-04951E460AA6}" dt="2025-05-13T21:34:24.471" v="10" actId="478"/>
        <pc:sldMkLst>
          <pc:docMk/>
          <pc:sldMk cId="0" sldId="259"/>
        </pc:sldMkLst>
      </pc:sldChg>
      <pc:sldChg chg="delSp mod delAnim">
        <pc:chgData name="ANDY CEN" userId="8ee21a7c13c728a7" providerId="LiveId" clId="{CB38975F-739F-4DC9-A405-04951E460AA6}" dt="2025-05-13T21:34:22.520" v="9" actId="478"/>
        <pc:sldMkLst>
          <pc:docMk/>
          <pc:sldMk cId="0" sldId="261"/>
        </pc:sldMkLst>
      </pc:sldChg>
      <pc:sldChg chg="delSp modSp mod delAnim">
        <pc:chgData name="ANDY CEN" userId="8ee21a7c13c728a7" providerId="LiveId" clId="{CB38975F-739F-4DC9-A405-04951E460AA6}" dt="2025-05-13T22:12:13.248" v="262" actId="1076"/>
        <pc:sldMkLst>
          <pc:docMk/>
          <pc:sldMk cId="0" sldId="265"/>
        </pc:sldMkLst>
        <pc:spChg chg="mod">
          <ac:chgData name="ANDY CEN" userId="8ee21a7c13c728a7" providerId="LiveId" clId="{CB38975F-739F-4DC9-A405-04951E460AA6}" dt="2025-05-13T22:12:13.248" v="262" actId="1076"/>
          <ac:spMkLst>
            <pc:docMk/>
            <pc:sldMk cId="0" sldId="265"/>
            <ac:spMk id="118" creationId="{00000000-0000-0000-0000-000000000000}"/>
          </ac:spMkLst>
        </pc:spChg>
        <pc:picChg chg="mod">
          <ac:chgData name="ANDY CEN" userId="8ee21a7c13c728a7" providerId="LiveId" clId="{CB38975F-739F-4DC9-A405-04951E460AA6}" dt="2025-05-13T22:10:50.479" v="226" actId="1076"/>
          <ac:picMkLst>
            <pc:docMk/>
            <pc:sldMk cId="0" sldId="265"/>
            <ac:picMk id="2" creationId="{083E7CCF-1996-CAE3-6558-3378D9A47EBF}"/>
          </ac:picMkLst>
        </pc:picChg>
      </pc:sldChg>
      <pc:sldChg chg="delSp del mod delAnim">
        <pc:chgData name="ANDY CEN" userId="8ee21a7c13c728a7" providerId="LiveId" clId="{CB38975F-739F-4DC9-A405-04951E460AA6}" dt="2025-05-13T21:34:07.182" v="2" actId="2696"/>
        <pc:sldMkLst>
          <pc:docMk/>
          <pc:sldMk cId="0" sldId="266"/>
        </pc:sldMkLst>
      </pc:sldChg>
      <pc:sldChg chg="delSp mod delAnim">
        <pc:chgData name="ANDY CEN" userId="8ee21a7c13c728a7" providerId="LiveId" clId="{CB38975F-739F-4DC9-A405-04951E460AA6}" dt="2025-05-13T21:34:10.844" v="4" actId="478"/>
        <pc:sldMkLst>
          <pc:docMk/>
          <pc:sldMk cId="0" sldId="267"/>
        </pc:sldMkLst>
      </pc:sldChg>
      <pc:sldChg chg="delSp mod delAnim">
        <pc:chgData name="ANDY CEN" userId="8ee21a7c13c728a7" providerId="LiveId" clId="{CB38975F-739F-4DC9-A405-04951E460AA6}" dt="2025-05-13T21:34:01.910" v="0" actId="478"/>
        <pc:sldMkLst>
          <pc:docMk/>
          <pc:sldMk cId="0" sldId="269"/>
        </pc:sldMkLst>
      </pc:sldChg>
      <pc:sldChg chg="delSp modSp mod delAnim">
        <pc:chgData name="ANDY CEN" userId="8ee21a7c13c728a7" providerId="LiveId" clId="{CB38975F-739F-4DC9-A405-04951E460AA6}" dt="2025-05-13T22:12:05.767" v="260" actId="1076"/>
        <pc:sldMkLst>
          <pc:docMk/>
          <pc:sldMk cId="0" sldId="270"/>
        </pc:sldMkLst>
        <pc:spChg chg="mod">
          <ac:chgData name="ANDY CEN" userId="8ee21a7c13c728a7" providerId="LiveId" clId="{CB38975F-739F-4DC9-A405-04951E460AA6}" dt="2025-05-13T22:12:03.712" v="259" actId="1076"/>
          <ac:spMkLst>
            <pc:docMk/>
            <pc:sldMk cId="0" sldId="270"/>
            <ac:spMk id="172" creationId="{00000000-0000-0000-0000-000000000000}"/>
          </ac:spMkLst>
        </pc:spChg>
        <pc:picChg chg="mod">
          <ac:chgData name="ANDY CEN" userId="8ee21a7c13c728a7" providerId="LiveId" clId="{CB38975F-739F-4DC9-A405-04951E460AA6}" dt="2025-05-13T22:12:05.767" v="260" actId="1076"/>
          <ac:picMkLst>
            <pc:docMk/>
            <pc:sldMk cId="0" sldId="270"/>
            <ac:picMk id="2" creationId="{390E9CAE-5CAD-80AD-1670-73507A9057CE}"/>
          </ac:picMkLst>
        </pc:picChg>
      </pc:sldChg>
      <pc:sldChg chg="delSp mod delAnim">
        <pc:chgData name="ANDY CEN" userId="8ee21a7c13c728a7" providerId="LiveId" clId="{CB38975F-739F-4DC9-A405-04951E460AA6}" dt="2025-05-13T21:34:09.355" v="3" actId="478"/>
        <pc:sldMkLst>
          <pc:docMk/>
          <pc:sldMk cId="0" sldId="272"/>
        </pc:sldMkLst>
      </pc:sldChg>
      <pc:sldChg chg="delSp mod delAnim">
        <pc:chgData name="ANDY CEN" userId="8ee21a7c13c728a7" providerId="LiveId" clId="{CB38975F-739F-4DC9-A405-04951E460AA6}" dt="2025-05-13T21:34:12.726" v="5" actId="478"/>
        <pc:sldMkLst>
          <pc:docMk/>
          <pc:sldMk cId="0" sldId="273"/>
        </pc:sldMkLst>
      </pc:sldChg>
      <pc:sldChg chg="delSp modSp mod delAnim">
        <pc:chgData name="ANDY CEN" userId="8ee21a7c13c728a7" providerId="LiveId" clId="{CB38975F-739F-4DC9-A405-04951E460AA6}" dt="2025-05-13T22:13:18.622" v="272" actId="1076"/>
        <pc:sldMkLst>
          <pc:docMk/>
          <pc:sldMk cId="0" sldId="275"/>
        </pc:sldMkLst>
        <pc:spChg chg="mod">
          <ac:chgData name="ANDY CEN" userId="8ee21a7c13c728a7" providerId="LiveId" clId="{CB38975F-739F-4DC9-A405-04951E460AA6}" dt="2025-05-13T22:13:16.244" v="271" actId="403"/>
          <ac:spMkLst>
            <pc:docMk/>
            <pc:sldMk cId="0" sldId="275"/>
            <ac:spMk id="236" creationId="{00000000-0000-0000-0000-000000000000}"/>
          </ac:spMkLst>
        </pc:spChg>
        <pc:picChg chg="mod">
          <ac:chgData name="ANDY CEN" userId="8ee21a7c13c728a7" providerId="LiveId" clId="{CB38975F-739F-4DC9-A405-04951E460AA6}" dt="2025-05-13T22:13:18.622" v="272" actId="1076"/>
          <ac:picMkLst>
            <pc:docMk/>
            <pc:sldMk cId="0" sldId="275"/>
            <ac:picMk id="3" creationId="{67F96AD5-CE5B-D129-EAEE-24DDD8B5679C}"/>
          </ac:picMkLst>
        </pc:picChg>
      </pc:sldChg>
      <pc:sldChg chg="delSp mod delAnim">
        <pc:chgData name="ANDY CEN" userId="8ee21a7c13c728a7" providerId="LiveId" clId="{CB38975F-739F-4DC9-A405-04951E460AA6}" dt="2025-05-13T21:34:26.832" v="11" actId="478"/>
        <pc:sldMkLst>
          <pc:docMk/>
          <pc:sldMk cId="0" sldId="285"/>
        </pc:sldMkLst>
      </pc:sldChg>
      <pc:sldChg chg="addSp delSp modSp new mod modClrScheme chgLayout">
        <pc:chgData name="ANDY CEN" userId="8ee21a7c13c728a7" providerId="LiveId" clId="{CB38975F-739F-4DC9-A405-04951E460AA6}" dt="2025-05-13T22:18:51.970" v="274" actId="20577"/>
        <pc:sldMkLst>
          <pc:docMk/>
          <pc:sldMk cId="1417944903" sldId="286"/>
        </pc:sldMkLst>
        <pc:spChg chg="add mod">
          <ac:chgData name="ANDY CEN" userId="8ee21a7c13c728a7" providerId="LiveId" clId="{CB38975F-739F-4DC9-A405-04951E460AA6}" dt="2025-05-13T22:04:43.943" v="217" actId="2711"/>
          <ac:spMkLst>
            <pc:docMk/>
            <pc:sldMk cId="1417944903" sldId="286"/>
            <ac:spMk id="8" creationId="{BB99D515-785E-F30D-AC3B-56B14657BD84}"/>
          </ac:spMkLst>
        </pc:spChg>
        <pc:spChg chg="add mod modVis">
          <ac:chgData name="ANDY CEN" userId="8ee21a7c13c728a7" providerId="LiveId" clId="{CB38975F-739F-4DC9-A405-04951E460AA6}" dt="2025-05-13T22:03:04.120" v="206" actId="26606"/>
          <ac:spMkLst>
            <pc:docMk/>
            <pc:sldMk cId="1417944903" sldId="286"/>
            <ac:spMk id="12" creationId="{6BCC9B5E-0B8C-0D9C-B68B-6C506828E536}"/>
          </ac:spMkLst>
        </pc:spChg>
        <pc:graphicFrameChg chg="add mod">
          <ac:chgData name="ANDY CEN" userId="8ee21a7c13c728a7" providerId="LiveId" clId="{CB38975F-739F-4DC9-A405-04951E460AA6}" dt="2025-05-13T22:18:51.970" v="274" actId="20577"/>
          <ac:graphicFrameMkLst>
            <pc:docMk/>
            <pc:sldMk cId="1417944903" sldId="286"/>
            <ac:graphicFrameMk id="15" creationId="{20AFC05E-F348-748E-1170-DAFE061CF9A5}"/>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C9284AC-ABC2-410F-8D64-1DCCF95E49E6}" type="doc">
      <dgm:prSet loTypeId="urn:microsoft.com/office/officeart/2008/layout/LinedList" loCatId="list" qsTypeId="urn:microsoft.com/office/officeart/2005/8/quickstyle/simple3" qsCatId="simple" csTypeId="urn:microsoft.com/office/officeart/2005/8/colors/accent1_2" csCatId="accent1" phldr="1"/>
      <dgm:spPr/>
      <dgm:t>
        <a:bodyPr/>
        <a:lstStyle/>
        <a:p>
          <a:endParaRPr lang="en-US"/>
        </a:p>
      </dgm:t>
    </dgm:pt>
    <dgm:pt modelId="{A826CD44-EBD0-40BC-9563-0DFAA56695E0}">
      <dgm:prSet/>
      <dgm:spPr/>
      <dgm:t>
        <a:bodyPr/>
        <a:lstStyle/>
        <a:p>
          <a:r>
            <a:rPr lang="en-US" b="0" i="0" dirty="0">
              <a:latin typeface="Times New Roman" panose="02020603050405020304" pitchFamily="18" charset="0"/>
              <a:cs typeface="Times New Roman" panose="02020603050405020304" pitchFamily="18" charset="0"/>
            </a:rPr>
            <a:t>Project Goals</a:t>
          </a:r>
          <a:endParaRPr lang="en-US" dirty="0">
            <a:latin typeface="Times New Roman" panose="02020603050405020304" pitchFamily="18" charset="0"/>
            <a:cs typeface="Times New Roman" panose="02020603050405020304" pitchFamily="18" charset="0"/>
          </a:endParaRPr>
        </a:p>
      </dgm:t>
    </dgm:pt>
    <dgm:pt modelId="{98407B3D-6EFD-46D6-8ECA-10FBC6A8D1F8}" type="parTrans" cxnId="{E3BBF309-4C7B-4C2C-B6F5-672A2E0E3ACB}">
      <dgm:prSet/>
      <dgm:spPr/>
      <dgm:t>
        <a:bodyPr/>
        <a:lstStyle/>
        <a:p>
          <a:endParaRPr lang="en-US"/>
        </a:p>
      </dgm:t>
    </dgm:pt>
    <dgm:pt modelId="{E4252A39-32E3-4790-9B78-D47534A07016}" type="sibTrans" cxnId="{E3BBF309-4C7B-4C2C-B6F5-672A2E0E3ACB}">
      <dgm:prSet/>
      <dgm:spPr/>
      <dgm:t>
        <a:bodyPr/>
        <a:lstStyle/>
        <a:p>
          <a:endParaRPr lang="en-US"/>
        </a:p>
      </dgm:t>
    </dgm:pt>
    <dgm:pt modelId="{BA693768-A43D-48A8-9B2F-51E9253FA979}">
      <dgm:prSet/>
      <dgm:spPr/>
      <dgm:t>
        <a:bodyPr/>
        <a:lstStyle/>
        <a:p>
          <a:r>
            <a:rPr lang="en-US" b="0" i="0" dirty="0">
              <a:latin typeface="Times New Roman" panose="02020603050405020304" pitchFamily="18" charset="0"/>
              <a:cs typeface="Times New Roman" panose="02020603050405020304" pitchFamily="18" charset="0"/>
            </a:rPr>
            <a:t>Hypotheses</a:t>
          </a:r>
          <a:endParaRPr lang="en-US" dirty="0">
            <a:latin typeface="Times New Roman" panose="02020603050405020304" pitchFamily="18" charset="0"/>
            <a:cs typeface="Times New Roman" panose="02020603050405020304" pitchFamily="18" charset="0"/>
          </a:endParaRPr>
        </a:p>
      </dgm:t>
    </dgm:pt>
    <dgm:pt modelId="{17AC6F4D-C3D4-4AB0-B77B-653173E84A45}" type="parTrans" cxnId="{03F20EC6-BEF3-45D2-A2E1-EE6A09C9D7BC}">
      <dgm:prSet/>
      <dgm:spPr/>
      <dgm:t>
        <a:bodyPr/>
        <a:lstStyle/>
        <a:p>
          <a:endParaRPr lang="en-US"/>
        </a:p>
      </dgm:t>
    </dgm:pt>
    <dgm:pt modelId="{203AAD84-9226-4DAB-B8A3-51D6E8AFDBD2}" type="sibTrans" cxnId="{03F20EC6-BEF3-45D2-A2E1-EE6A09C9D7BC}">
      <dgm:prSet/>
      <dgm:spPr/>
      <dgm:t>
        <a:bodyPr/>
        <a:lstStyle/>
        <a:p>
          <a:endParaRPr lang="en-US"/>
        </a:p>
      </dgm:t>
    </dgm:pt>
    <dgm:pt modelId="{3A1047A5-21CF-4EE9-A3EA-C6B67AC733F4}">
      <dgm:prSet/>
      <dgm:spPr/>
      <dgm:t>
        <a:bodyPr/>
        <a:lstStyle/>
        <a:p>
          <a:r>
            <a:rPr lang="en-US" b="0" i="0" dirty="0">
              <a:latin typeface="Times New Roman" panose="02020603050405020304" pitchFamily="18" charset="0"/>
              <a:cs typeface="Times New Roman" panose="02020603050405020304" pitchFamily="18" charset="0"/>
            </a:rPr>
            <a:t>Data Set</a:t>
          </a:r>
          <a:endParaRPr lang="en-US" dirty="0">
            <a:latin typeface="Times New Roman" panose="02020603050405020304" pitchFamily="18" charset="0"/>
            <a:cs typeface="Times New Roman" panose="02020603050405020304" pitchFamily="18" charset="0"/>
          </a:endParaRPr>
        </a:p>
      </dgm:t>
    </dgm:pt>
    <dgm:pt modelId="{E259D8CA-3746-4461-9550-FB3405F7B546}" type="parTrans" cxnId="{AFE304AD-D14D-44C4-AEF6-860AB9A5B172}">
      <dgm:prSet/>
      <dgm:spPr/>
      <dgm:t>
        <a:bodyPr/>
        <a:lstStyle/>
        <a:p>
          <a:endParaRPr lang="en-US"/>
        </a:p>
      </dgm:t>
    </dgm:pt>
    <dgm:pt modelId="{2F75B1D7-5E2D-4489-9484-171A0317AE1F}" type="sibTrans" cxnId="{AFE304AD-D14D-44C4-AEF6-860AB9A5B172}">
      <dgm:prSet/>
      <dgm:spPr/>
      <dgm:t>
        <a:bodyPr/>
        <a:lstStyle/>
        <a:p>
          <a:endParaRPr lang="en-US"/>
        </a:p>
      </dgm:t>
    </dgm:pt>
    <dgm:pt modelId="{DB8F7DC5-1B7F-4AFC-9AB8-CAF8D4855513}">
      <dgm:prSet/>
      <dgm:spPr/>
      <dgm:t>
        <a:bodyPr/>
        <a:lstStyle/>
        <a:p>
          <a:r>
            <a:rPr lang="en-US" b="0" i="0" dirty="0">
              <a:latin typeface="Times New Roman" panose="02020603050405020304" pitchFamily="18" charset="0"/>
              <a:cs typeface="Times New Roman" panose="02020603050405020304" pitchFamily="18" charset="0"/>
            </a:rPr>
            <a:t>Data Ethics</a:t>
          </a:r>
          <a:endParaRPr lang="en-US" dirty="0">
            <a:latin typeface="Times New Roman" panose="02020603050405020304" pitchFamily="18" charset="0"/>
            <a:cs typeface="Times New Roman" panose="02020603050405020304" pitchFamily="18" charset="0"/>
          </a:endParaRPr>
        </a:p>
      </dgm:t>
    </dgm:pt>
    <dgm:pt modelId="{542838FE-4812-4FC9-9487-D3B51DDF1FCA}" type="parTrans" cxnId="{766C8119-E8E4-411F-8F80-B5C3F99C3C8B}">
      <dgm:prSet/>
      <dgm:spPr/>
      <dgm:t>
        <a:bodyPr/>
        <a:lstStyle/>
        <a:p>
          <a:endParaRPr lang="en-US"/>
        </a:p>
      </dgm:t>
    </dgm:pt>
    <dgm:pt modelId="{F9348718-35C6-4FC3-81D6-482EA4012C82}" type="sibTrans" cxnId="{766C8119-E8E4-411F-8F80-B5C3F99C3C8B}">
      <dgm:prSet/>
      <dgm:spPr/>
      <dgm:t>
        <a:bodyPr/>
        <a:lstStyle/>
        <a:p>
          <a:endParaRPr lang="en-US"/>
        </a:p>
      </dgm:t>
    </dgm:pt>
    <dgm:pt modelId="{7B8CEF68-AF3E-4A7B-8BA8-1192E6E6DF14}">
      <dgm:prSet/>
      <dgm:spPr/>
      <dgm:t>
        <a:bodyPr/>
        <a:lstStyle/>
        <a:p>
          <a:r>
            <a:rPr lang="en-US" b="0" i="0" dirty="0">
              <a:latin typeface="Times New Roman" panose="02020603050405020304" pitchFamily="18" charset="0"/>
              <a:cs typeface="Times New Roman" panose="02020603050405020304" pitchFamily="18" charset="0"/>
            </a:rPr>
            <a:t>Data Optimizations</a:t>
          </a:r>
          <a:endParaRPr lang="en-US" dirty="0">
            <a:latin typeface="Times New Roman" panose="02020603050405020304" pitchFamily="18" charset="0"/>
            <a:cs typeface="Times New Roman" panose="02020603050405020304" pitchFamily="18" charset="0"/>
          </a:endParaRPr>
        </a:p>
      </dgm:t>
    </dgm:pt>
    <dgm:pt modelId="{E12DB098-2597-4C66-AE4F-240F6F3002F9}" type="parTrans" cxnId="{5C35A814-244E-4EA0-82F9-352F5B109969}">
      <dgm:prSet/>
      <dgm:spPr/>
      <dgm:t>
        <a:bodyPr/>
        <a:lstStyle/>
        <a:p>
          <a:endParaRPr lang="en-US"/>
        </a:p>
      </dgm:t>
    </dgm:pt>
    <dgm:pt modelId="{E696E9F1-9286-4019-957E-FF2451DAD67F}" type="sibTrans" cxnId="{5C35A814-244E-4EA0-82F9-352F5B109969}">
      <dgm:prSet/>
      <dgm:spPr/>
      <dgm:t>
        <a:bodyPr/>
        <a:lstStyle/>
        <a:p>
          <a:endParaRPr lang="en-US"/>
        </a:p>
      </dgm:t>
    </dgm:pt>
    <dgm:pt modelId="{02F649F0-3AA3-4EA5-992B-105E4718FE85}">
      <dgm:prSet/>
      <dgm:spPr/>
      <dgm:t>
        <a:bodyPr/>
        <a:lstStyle/>
        <a:p>
          <a:r>
            <a:rPr lang="en-US" b="0" i="0" dirty="0">
              <a:latin typeface="Times New Roman" panose="02020603050405020304" pitchFamily="18" charset="0"/>
              <a:cs typeface="Times New Roman" panose="02020603050405020304" pitchFamily="18" charset="0"/>
            </a:rPr>
            <a:t>Algorithms</a:t>
          </a:r>
          <a:endParaRPr lang="en-US" dirty="0">
            <a:latin typeface="Times New Roman" panose="02020603050405020304" pitchFamily="18" charset="0"/>
            <a:cs typeface="Times New Roman" panose="02020603050405020304" pitchFamily="18" charset="0"/>
          </a:endParaRPr>
        </a:p>
      </dgm:t>
    </dgm:pt>
    <dgm:pt modelId="{2563B7B2-7A55-4565-847F-A1DF2F78131B}" type="parTrans" cxnId="{98522D5E-0F24-422D-830C-C89C9DAE79C3}">
      <dgm:prSet/>
      <dgm:spPr/>
      <dgm:t>
        <a:bodyPr/>
        <a:lstStyle/>
        <a:p>
          <a:endParaRPr lang="en-US"/>
        </a:p>
      </dgm:t>
    </dgm:pt>
    <dgm:pt modelId="{BA5F95CF-2692-4135-ADA3-D67BD074A6D6}" type="sibTrans" cxnId="{98522D5E-0F24-422D-830C-C89C9DAE79C3}">
      <dgm:prSet/>
      <dgm:spPr/>
      <dgm:t>
        <a:bodyPr/>
        <a:lstStyle/>
        <a:p>
          <a:endParaRPr lang="en-US"/>
        </a:p>
      </dgm:t>
    </dgm:pt>
    <dgm:pt modelId="{4EC52370-F715-4A36-9B9C-C877A3C5B82C}">
      <dgm:prSet/>
      <dgm:spPr/>
      <dgm:t>
        <a:bodyPr/>
        <a:lstStyle/>
        <a:p>
          <a:r>
            <a:rPr lang="en-US" b="0" i="0" dirty="0">
              <a:latin typeface="Times New Roman" panose="02020603050405020304" pitchFamily="18" charset="0"/>
              <a:cs typeface="Times New Roman" panose="02020603050405020304" pitchFamily="18" charset="0"/>
            </a:rPr>
            <a:t>Summary</a:t>
          </a:r>
          <a:endParaRPr lang="en-US" dirty="0">
            <a:latin typeface="Times New Roman" panose="02020603050405020304" pitchFamily="18" charset="0"/>
            <a:cs typeface="Times New Roman" panose="02020603050405020304" pitchFamily="18" charset="0"/>
          </a:endParaRPr>
        </a:p>
      </dgm:t>
    </dgm:pt>
    <dgm:pt modelId="{8D623724-60D9-47A3-BBF3-6A0F7776E71A}" type="parTrans" cxnId="{801229F0-5667-40E4-BCDB-75E2BAC92B4A}">
      <dgm:prSet/>
      <dgm:spPr/>
      <dgm:t>
        <a:bodyPr/>
        <a:lstStyle/>
        <a:p>
          <a:endParaRPr lang="en-US"/>
        </a:p>
      </dgm:t>
    </dgm:pt>
    <dgm:pt modelId="{7A63528B-A512-4D62-B96B-CE7A0DF9B1EA}" type="sibTrans" cxnId="{801229F0-5667-40E4-BCDB-75E2BAC92B4A}">
      <dgm:prSet/>
      <dgm:spPr/>
      <dgm:t>
        <a:bodyPr/>
        <a:lstStyle/>
        <a:p>
          <a:endParaRPr lang="en-US"/>
        </a:p>
      </dgm:t>
    </dgm:pt>
    <dgm:pt modelId="{AEC77D33-73C3-41C1-9D14-C963CCA8ED77}">
      <dgm:prSet/>
      <dgm:spPr/>
      <dgm:t>
        <a:bodyPr/>
        <a:lstStyle/>
        <a:p>
          <a:r>
            <a:rPr lang="en-US" b="0" i="0" dirty="0">
              <a:latin typeface="Times New Roman" panose="02020603050405020304" pitchFamily="18" charset="0"/>
              <a:cs typeface="Times New Roman" panose="02020603050405020304" pitchFamily="18" charset="0"/>
            </a:rPr>
            <a:t>Next Steps</a:t>
          </a:r>
          <a:endParaRPr lang="en-US" dirty="0">
            <a:latin typeface="Times New Roman" panose="02020603050405020304" pitchFamily="18" charset="0"/>
            <a:cs typeface="Times New Roman" panose="02020603050405020304" pitchFamily="18" charset="0"/>
          </a:endParaRPr>
        </a:p>
      </dgm:t>
    </dgm:pt>
    <dgm:pt modelId="{6170F24E-07F8-4C30-A70F-240D7C855B71}" type="parTrans" cxnId="{CA254DE4-E8DD-4FF0-BD7D-C9B6AA88313D}">
      <dgm:prSet/>
      <dgm:spPr/>
      <dgm:t>
        <a:bodyPr/>
        <a:lstStyle/>
        <a:p>
          <a:endParaRPr lang="en-US"/>
        </a:p>
      </dgm:t>
    </dgm:pt>
    <dgm:pt modelId="{03705649-CE9B-4BC2-B1AD-A5D5B4E4B595}" type="sibTrans" cxnId="{CA254DE4-E8DD-4FF0-BD7D-C9B6AA88313D}">
      <dgm:prSet/>
      <dgm:spPr/>
      <dgm:t>
        <a:bodyPr/>
        <a:lstStyle/>
        <a:p>
          <a:endParaRPr lang="en-US"/>
        </a:p>
      </dgm:t>
    </dgm:pt>
    <dgm:pt modelId="{E884643B-778F-405B-A1CC-25309917A79D}" type="pres">
      <dgm:prSet presAssocID="{FC9284AC-ABC2-410F-8D64-1DCCF95E49E6}" presName="vert0" presStyleCnt="0">
        <dgm:presLayoutVars>
          <dgm:dir/>
          <dgm:animOne val="branch"/>
          <dgm:animLvl val="lvl"/>
        </dgm:presLayoutVars>
      </dgm:prSet>
      <dgm:spPr/>
    </dgm:pt>
    <dgm:pt modelId="{D4473021-F733-44EB-80C8-0E263726AEC1}" type="pres">
      <dgm:prSet presAssocID="{A826CD44-EBD0-40BC-9563-0DFAA56695E0}" presName="thickLine" presStyleLbl="alignNode1" presStyleIdx="0" presStyleCnt="8"/>
      <dgm:spPr/>
    </dgm:pt>
    <dgm:pt modelId="{07956E8A-58A3-46BA-BBAA-35038E32CE43}" type="pres">
      <dgm:prSet presAssocID="{A826CD44-EBD0-40BC-9563-0DFAA56695E0}" presName="horz1" presStyleCnt="0"/>
      <dgm:spPr/>
    </dgm:pt>
    <dgm:pt modelId="{8AB5EC0B-86FC-4A89-9BEB-5DB58E634260}" type="pres">
      <dgm:prSet presAssocID="{A826CD44-EBD0-40BC-9563-0DFAA56695E0}" presName="tx1" presStyleLbl="revTx" presStyleIdx="0" presStyleCnt="8"/>
      <dgm:spPr/>
    </dgm:pt>
    <dgm:pt modelId="{F5F9D5B8-9717-4507-AAAA-89C733C3AFD6}" type="pres">
      <dgm:prSet presAssocID="{A826CD44-EBD0-40BC-9563-0DFAA56695E0}" presName="vert1" presStyleCnt="0"/>
      <dgm:spPr/>
    </dgm:pt>
    <dgm:pt modelId="{39BA8DC7-F76D-4890-994B-6061A6951FE6}" type="pres">
      <dgm:prSet presAssocID="{BA693768-A43D-48A8-9B2F-51E9253FA979}" presName="thickLine" presStyleLbl="alignNode1" presStyleIdx="1" presStyleCnt="8"/>
      <dgm:spPr/>
    </dgm:pt>
    <dgm:pt modelId="{273BD341-E93A-4650-91FA-45DDABB1F7B5}" type="pres">
      <dgm:prSet presAssocID="{BA693768-A43D-48A8-9B2F-51E9253FA979}" presName="horz1" presStyleCnt="0"/>
      <dgm:spPr/>
    </dgm:pt>
    <dgm:pt modelId="{647BD977-FBD0-48A4-B29D-CCF0893694D7}" type="pres">
      <dgm:prSet presAssocID="{BA693768-A43D-48A8-9B2F-51E9253FA979}" presName="tx1" presStyleLbl="revTx" presStyleIdx="1" presStyleCnt="8"/>
      <dgm:spPr/>
    </dgm:pt>
    <dgm:pt modelId="{52C477F2-25C8-4DB9-90F3-B692CD066931}" type="pres">
      <dgm:prSet presAssocID="{BA693768-A43D-48A8-9B2F-51E9253FA979}" presName="vert1" presStyleCnt="0"/>
      <dgm:spPr/>
    </dgm:pt>
    <dgm:pt modelId="{EBA1B392-5E39-42A7-AA3C-6483AAB3E262}" type="pres">
      <dgm:prSet presAssocID="{3A1047A5-21CF-4EE9-A3EA-C6B67AC733F4}" presName="thickLine" presStyleLbl="alignNode1" presStyleIdx="2" presStyleCnt="8"/>
      <dgm:spPr/>
    </dgm:pt>
    <dgm:pt modelId="{12659594-B9E5-4A3B-8932-62E6CA0D4AAC}" type="pres">
      <dgm:prSet presAssocID="{3A1047A5-21CF-4EE9-A3EA-C6B67AC733F4}" presName="horz1" presStyleCnt="0"/>
      <dgm:spPr/>
    </dgm:pt>
    <dgm:pt modelId="{7BDEA8FD-CE86-4E26-B707-09649A0579C1}" type="pres">
      <dgm:prSet presAssocID="{3A1047A5-21CF-4EE9-A3EA-C6B67AC733F4}" presName="tx1" presStyleLbl="revTx" presStyleIdx="2" presStyleCnt="8"/>
      <dgm:spPr/>
    </dgm:pt>
    <dgm:pt modelId="{EFE0F60E-A06A-48CD-941E-55F0A13153F1}" type="pres">
      <dgm:prSet presAssocID="{3A1047A5-21CF-4EE9-A3EA-C6B67AC733F4}" presName="vert1" presStyleCnt="0"/>
      <dgm:spPr/>
    </dgm:pt>
    <dgm:pt modelId="{9B44F58A-6D20-41CE-B47F-2B675D6CB8B8}" type="pres">
      <dgm:prSet presAssocID="{DB8F7DC5-1B7F-4AFC-9AB8-CAF8D4855513}" presName="thickLine" presStyleLbl="alignNode1" presStyleIdx="3" presStyleCnt="8"/>
      <dgm:spPr/>
    </dgm:pt>
    <dgm:pt modelId="{2563DCD4-0FB2-468C-B9C8-25E1B375C575}" type="pres">
      <dgm:prSet presAssocID="{DB8F7DC5-1B7F-4AFC-9AB8-CAF8D4855513}" presName="horz1" presStyleCnt="0"/>
      <dgm:spPr/>
    </dgm:pt>
    <dgm:pt modelId="{1735438F-0D2E-4E94-AFAB-55B3DA46E3D3}" type="pres">
      <dgm:prSet presAssocID="{DB8F7DC5-1B7F-4AFC-9AB8-CAF8D4855513}" presName="tx1" presStyleLbl="revTx" presStyleIdx="3" presStyleCnt="8"/>
      <dgm:spPr/>
    </dgm:pt>
    <dgm:pt modelId="{3033F5F4-4EAE-463A-8D27-33A01F630EBF}" type="pres">
      <dgm:prSet presAssocID="{DB8F7DC5-1B7F-4AFC-9AB8-CAF8D4855513}" presName="vert1" presStyleCnt="0"/>
      <dgm:spPr/>
    </dgm:pt>
    <dgm:pt modelId="{BCC08794-5B6C-48C9-8962-69CA6A8CC630}" type="pres">
      <dgm:prSet presAssocID="{7B8CEF68-AF3E-4A7B-8BA8-1192E6E6DF14}" presName="thickLine" presStyleLbl="alignNode1" presStyleIdx="4" presStyleCnt="8"/>
      <dgm:spPr/>
    </dgm:pt>
    <dgm:pt modelId="{BF9A77F7-C04E-4C52-AC56-F24312BEEAE9}" type="pres">
      <dgm:prSet presAssocID="{7B8CEF68-AF3E-4A7B-8BA8-1192E6E6DF14}" presName="horz1" presStyleCnt="0"/>
      <dgm:spPr/>
    </dgm:pt>
    <dgm:pt modelId="{7BD04328-6D02-4601-971C-DCBF31E597D7}" type="pres">
      <dgm:prSet presAssocID="{7B8CEF68-AF3E-4A7B-8BA8-1192E6E6DF14}" presName="tx1" presStyleLbl="revTx" presStyleIdx="4" presStyleCnt="8"/>
      <dgm:spPr/>
    </dgm:pt>
    <dgm:pt modelId="{D2002878-9667-4426-80E3-B755C684B8A6}" type="pres">
      <dgm:prSet presAssocID="{7B8CEF68-AF3E-4A7B-8BA8-1192E6E6DF14}" presName="vert1" presStyleCnt="0"/>
      <dgm:spPr/>
    </dgm:pt>
    <dgm:pt modelId="{BCCF74F1-70F9-4964-A38D-DCCA4CFA7CAC}" type="pres">
      <dgm:prSet presAssocID="{02F649F0-3AA3-4EA5-992B-105E4718FE85}" presName="thickLine" presStyleLbl="alignNode1" presStyleIdx="5" presStyleCnt="8"/>
      <dgm:spPr/>
    </dgm:pt>
    <dgm:pt modelId="{72CF449C-9C83-43CD-8357-B4F114155B41}" type="pres">
      <dgm:prSet presAssocID="{02F649F0-3AA3-4EA5-992B-105E4718FE85}" presName="horz1" presStyleCnt="0"/>
      <dgm:spPr/>
    </dgm:pt>
    <dgm:pt modelId="{0DA52828-9225-4246-B606-B3A21CB78A92}" type="pres">
      <dgm:prSet presAssocID="{02F649F0-3AA3-4EA5-992B-105E4718FE85}" presName="tx1" presStyleLbl="revTx" presStyleIdx="5" presStyleCnt="8"/>
      <dgm:spPr/>
    </dgm:pt>
    <dgm:pt modelId="{058D2328-0D8A-4763-9B08-1FC30F387285}" type="pres">
      <dgm:prSet presAssocID="{02F649F0-3AA3-4EA5-992B-105E4718FE85}" presName="vert1" presStyleCnt="0"/>
      <dgm:spPr/>
    </dgm:pt>
    <dgm:pt modelId="{BB4AF0B3-4CBD-4013-8F37-E188FB2B0F84}" type="pres">
      <dgm:prSet presAssocID="{4EC52370-F715-4A36-9B9C-C877A3C5B82C}" presName="thickLine" presStyleLbl="alignNode1" presStyleIdx="6" presStyleCnt="8"/>
      <dgm:spPr/>
    </dgm:pt>
    <dgm:pt modelId="{105D9E94-93D3-447F-A4D4-BF46C53675AA}" type="pres">
      <dgm:prSet presAssocID="{4EC52370-F715-4A36-9B9C-C877A3C5B82C}" presName="horz1" presStyleCnt="0"/>
      <dgm:spPr/>
    </dgm:pt>
    <dgm:pt modelId="{421AB563-5723-45B2-928E-58F7B7C1F1CA}" type="pres">
      <dgm:prSet presAssocID="{4EC52370-F715-4A36-9B9C-C877A3C5B82C}" presName="tx1" presStyleLbl="revTx" presStyleIdx="6" presStyleCnt="8"/>
      <dgm:spPr/>
    </dgm:pt>
    <dgm:pt modelId="{B44877E6-6AAE-40A7-8378-CA4E71436263}" type="pres">
      <dgm:prSet presAssocID="{4EC52370-F715-4A36-9B9C-C877A3C5B82C}" presName="vert1" presStyleCnt="0"/>
      <dgm:spPr/>
    </dgm:pt>
    <dgm:pt modelId="{2EC9644C-6A80-427B-A327-4479D42693AA}" type="pres">
      <dgm:prSet presAssocID="{AEC77D33-73C3-41C1-9D14-C963CCA8ED77}" presName="thickLine" presStyleLbl="alignNode1" presStyleIdx="7" presStyleCnt="8"/>
      <dgm:spPr/>
    </dgm:pt>
    <dgm:pt modelId="{06AA6690-997C-42DC-9B9F-7C07F0661C66}" type="pres">
      <dgm:prSet presAssocID="{AEC77D33-73C3-41C1-9D14-C963CCA8ED77}" presName="horz1" presStyleCnt="0"/>
      <dgm:spPr/>
    </dgm:pt>
    <dgm:pt modelId="{D6A6348F-4DD8-43EC-A2BD-E07B87634C9A}" type="pres">
      <dgm:prSet presAssocID="{AEC77D33-73C3-41C1-9D14-C963CCA8ED77}" presName="tx1" presStyleLbl="revTx" presStyleIdx="7" presStyleCnt="8"/>
      <dgm:spPr/>
    </dgm:pt>
    <dgm:pt modelId="{668B61D5-FE8E-493F-83F4-D02DEF835D49}" type="pres">
      <dgm:prSet presAssocID="{AEC77D33-73C3-41C1-9D14-C963CCA8ED77}" presName="vert1" presStyleCnt="0"/>
      <dgm:spPr/>
    </dgm:pt>
  </dgm:ptLst>
  <dgm:cxnLst>
    <dgm:cxn modelId="{E3BBF309-4C7B-4C2C-B6F5-672A2E0E3ACB}" srcId="{FC9284AC-ABC2-410F-8D64-1DCCF95E49E6}" destId="{A826CD44-EBD0-40BC-9563-0DFAA56695E0}" srcOrd="0" destOrd="0" parTransId="{98407B3D-6EFD-46D6-8ECA-10FBC6A8D1F8}" sibTransId="{E4252A39-32E3-4790-9B78-D47534A07016}"/>
    <dgm:cxn modelId="{BF712C12-9C05-4829-BC82-9464E93B983E}" type="presOf" srcId="{4EC52370-F715-4A36-9B9C-C877A3C5B82C}" destId="{421AB563-5723-45B2-928E-58F7B7C1F1CA}" srcOrd="0" destOrd="0" presId="urn:microsoft.com/office/officeart/2008/layout/LinedList"/>
    <dgm:cxn modelId="{5C35A814-244E-4EA0-82F9-352F5B109969}" srcId="{FC9284AC-ABC2-410F-8D64-1DCCF95E49E6}" destId="{7B8CEF68-AF3E-4A7B-8BA8-1192E6E6DF14}" srcOrd="4" destOrd="0" parTransId="{E12DB098-2597-4C66-AE4F-240F6F3002F9}" sibTransId="{E696E9F1-9286-4019-957E-FF2451DAD67F}"/>
    <dgm:cxn modelId="{766C8119-E8E4-411F-8F80-B5C3F99C3C8B}" srcId="{FC9284AC-ABC2-410F-8D64-1DCCF95E49E6}" destId="{DB8F7DC5-1B7F-4AFC-9AB8-CAF8D4855513}" srcOrd="3" destOrd="0" parTransId="{542838FE-4812-4FC9-9487-D3B51DDF1FCA}" sibTransId="{F9348718-35C6-4FC3-81D6-482EA4012C82}"/>
    <dgm:cxn modelId="{6A5DBA2F-EED7-47BF-958C-9F90CA5B03F0}" type="presOf" srcId="{DB8F7DC5-1B7F-4AFC-9AB8-CAF8D4855513}" destId="{1735438F-0D2E-4E94-AFAB-55B3DA46E3D3}" srcOrd="0" destOrd="0" presId="urn:microsoft.com/office/officeart/2008/layout/LinedList"/>
    <dgm:cxn modelId="{3648AC40-DBD2-4D36-BD68-C2F00006F1ED}" type="presOf" srcId="{7B8CEF68-AF3E-4A7B-8BA8-1192E6E6DF14}" destId="{7BD04328-6D02-4601-971C-DCBF31E597D7}" srcOrd="0" destOrd="0" presId="urn:microsoft.com/office/officeart/2008/layout/LinedList"/>
    <dgm:cxn modelId="{98522D5E-0F24-422D-830C-C89C9DAE79C3}" srcId="{FC9284AC-ABC2-410F-8D64-1DCCF95E49E6}" destId="{02F649F0-3AA3-4EA5-992B-105E4718FE85}" srcOrd="5" destOrd="0" parTransId="{2563B7B2-7A55-4565-847F-A1DF2F78131B}" sibTransId="{BA5F95CF-2692-4135-ADA3-D67BD074A6D6}"/>
    <dgm:cxn modelId="{74971767-BD52-456F-9BE6-EABAE2C1479A}" type="presOf" srcId="{BA693768-A43D-48A8-9B2F-51E9253FA979}" destId="{647BD977-FBD0-48A4-B29D-CCF0893694D7}" srcOrd="0" destOrd="0" presId="urn:microsoft.com/office/officeart/2008/layout/LinedList"/>
    <dgm:cxn modelId="{6DE34281-A08B-4F56-8A01-2C2C01F65ACE}" type="presOf" srcId="{AEC77D33-73C3-41C1-9D14-C963CCA8ED77}" destId="{D6A6348F-4DD8-43EC-A2BD-E07B87634C9A}" srcOrd="0" destOrd="0" presId="urn:microsoft.com/office/officeart/2008/layout/LinedList"/>
    <dgm:cxn modelId="{FADD8692-FE45-4F0A-950D-86AD1F7D9D21}" type="presOf" srcId="{02F649F0-3AA3-4EA5-992B-105E4718FE85}" destId="{0DA52828-9225-4246-B606-B3A21CB78A92}" srcOrd="0" destOrd="0" presId="urn:microsoft.com/office/officeart/2008/layout/LinedList"/>
    <dgm:cxn modelId="{C33510A4-6E8F-44DD-8610-F42B3318C359}" type="presOf" srcId="{FC9284AC-ABC2-410F-8D64-1DCCF95E49E6}" destId="{E884643B-778F-405B-A1CC-25309917A79D}" srcOrd="0" destOrd="0" presId="urn:microsoft.com/office/officeart/2008/layout/LinedList"/>
    <dgm:cxn modelId="{AFE304AD-D14D-44C4-AEF6-860AB9A5B172}" srcId="{FC9284AC-ABC2-410F-8D64-1DCCF95E49E6}" destId="{3A1047A5-21CF-4EE9-A3EA-C6B67AC733F4}" srcOrd="2" destOrd="0" parTransId="{E259D8CA-3746-4461-9550-FB3405F7B546}" sibTransId="{2F75B1D7-5E2D-4489-9484-171A0317AE1F}"/>
    <dgm:cxn modelId="{03F20EC6-BEF3-45D2-A2E1-EE6A09C9D7BC}" srcId="{FC9284AC-ABC2-410F-8D64-1DCCF95E49E6}" destId="{BA693768-A43D-48A8-9B2F-51E9253FA979}" srcOrd="1" destOrd="0" parTransId="{17AC6F4D-C3D4-4AB0-B77B-653173E84A45}" sibTransId="{203AAD84-9226-4DAB-B8A3-51D6E8AFDBD2}"/>
    <dgm:cxn modelId="{653405C8-3D53-4BBE-A44E-1EE2F7896045}" type="presOf" srcId="{A826CD44-EBD0-40BC-9563-0DFAA56695E0}" destId="{8AB5EC0B-86FC-4A89-9BEB-5DB58E634260}" srcOrd="0" destOrd="0" presId="urn:microsoft.com/office/officeart/2008/layout/LinedList"/>
    <dgm:cxn modelId="{075A1BCB-667E-4683-83EB-564ACE28FDFC}" type="presOf" srcId="{3A1047A5-21CF-4EE9-A3EA-C6B67AC733F4}" destId="{7BDEA8FD-CE86-4E26-B707-09649A0579C1}" srcOrd="0" destOrd="0" presId="urn:microsoft.com/office/officeart/2008/layout/LinedList"/>
    <dgm:cxn modelId="{CA254DE4-E8DD-4FF0-BD7D-C9B6AA88313D}" srcId="{FC9284AC-ABC2-410F-8D64-1DCCF95E49E6}" destId="{AEC77D33-73C3-41C1-9D14-C963CCA8ED77}" srcOrd="7" destOrd="0" parTransId="{6170F24E-07F8-4C30-A70F-240D7C855B71}" sibTransId="{03705649-CE9B-4BC2-B1AD-A5D5B4E4B595}"/>
    <dgm:cxn modelId="{801229F0-5667-40E4-BCDB-75E2BAC92B4A}" srcId="{FC9284AC-ABC2-410F-8D64-1DCCF95E49E6}" destId="{4EC52370-F715-4A36-9B9C-C877A3C5B82C}" srcOrd="6" destOrd="0" parTransId="{8D623724-60D9-47A3-BBF3-6A0F7776E71A}" sibTransId="{7A63528B-A512-4D62-B96B-CE7A0DF9B1EA}"/>
    <dgm:cxn modelId="{DBCF8903-C780-4D3A-92B8-9D7F7DF6EC70}" type="presParOf" srcId="{E884643B-778F-405B-A1CC-25309917A79D}" destId="{D4473021-F733-44EB-80C8-0E263726AEC1}" srcOrd="0" destOrd="0" presId="urn:microsoft.com/office/officeart/2008/layout/LinedList"/>
    <dgm:cxn modelId="{4E100CA5-614E-4A45-B07D-8D638BDF8886}" type="presParOf" srcId="{E884643B-778F-405B-A1CC-25309917A79D}" destId="{07956E8A-58A3-46BA-BBAA-35038E32CE43}" srcOrd="1" destOrd="0" presId="urn:microsoft.com/office/officeart/2008/layout/LinedList"/>
    <dgm:cxn modelId="{640492DD-A086-4EEF-AF9A-C5352DBD3E4D}" type="presParOf" srcId="{07956E8A-58A3-46BA-BBAA-35038E32CE43}" destId="{8AB5EC0B-86FC-4A89-9BEB-5DB58E634260}" srcOrd="0" destOrd="0" presId="urn:microsoft.com/office/officeart/2008/layout/LinedList"/>
    <dgm:cxn modelId="{A6E22D93-02FA-4B56-8CA7-80B52864AB31}" type="presParOf" srcId="{07956E8A-58A3-46BA-BBAA-35038E32CE43}" destId="{F5F9D5B8-9717-4507-AAAA-89C733C3AFD6}" srcOrd="1" destOrd="0" presId="urn:microsoft.com/office/officeart/2008/layout/LinedList"/>
    <dgm:cxn modelId="{599BD98E-323D-4805-B482-CD1D3EF09A59}" type="presParOf" srcId="{E884643B-778F-405B-A1CC-25309917A79D}" destId="{39BA8DC7-F76D-4890-994B-6061A6951FE6}" srcOrd="2" destOrd="0" presId="urn:microsoft.com/office/officeart/2008/layout/LinedList"/>
    <dgm:cxn modelId="{F7EEB86A-AF3B-4FF9-8442-BB5ACCE52E57}" type="presParOf" srcId="{E884643B-778F-405B-A1CC-25309917A79D}" destId="{273BD341-E93A-4650-91FA-45DDABB1F7B5}" srcOrd="3" destOrd="0" presId="urn:microsoft.com/office/officeart/2008/layout/LinedList"/>
    <dgm:cxn modelId="{9F6D11DB-16F6-4F5F-8F78-F5600B47E5ED}" type="presParOf" srcId="{273BD341-E93A-4650-91FA-45DDABB1F7B5}" destId="{647BD977-FBD0-48A4-B29D-CCF0893694D7}" srcOrd="0" destOrd="0" presId="urn:microsoft.com/office/officeart/2008/layout/LinedList"/>
    <dgm:cxn modelId="{EC3B5E70-6F35-44FC-800E-61C8D68959EA}" type="presParOf" srcId="{273BD341-E93A-4650-91FA-45DDABB1F7B5}" destId="{52C477F2-25C8-4DB9-90F3-B692CD066931}" srcOrd="1" destOrd="0" presId="urn:microsoft.com/office/officeart/2008/layout/LinedList"/>
    <dgm:cxn modelId="{3F076463-96C6-4640-9BA2-DCA61FCD11E5}" type="presParOf" srcId="{E884643B-778F-405B-A1CC-25309917A79D}" destId="{EBA1B392-5E39-42A7-AA3C-6483AAB3E262}" srcOrd="4" destOrd="0" presId="urn:microsoft.com/office/officeart/2008/layout/LinedList"/>
    <dgm:cxn modelId="{06FC03D6-95C2-43F2-933D-9EC5AE62654B}" type="presParOf" srcId="{E884643B-778F-405B-A1CC-25309917A79D}" destId="{12659594-B9E5-4A3B-8932-62E6CA0D4AAC}" srcOrd="5" destOrd="0" presId="urn:microsoft.com/office/officeart/2008/layout/LinedList"/>
    <dgm:cxn modelId="{0A0B75F7-14BF-4797-98DA-DC77D64135DB}" type="presParOf" srcId="{12659594-B9E5-4A3B-8932-62E6CA0D4AAC}" destId="{7BDEA8FD-CE86-4E26-B707-09649A0579C1}" srcOrd="0" destOrd="0" presId="urn:microsoft.com/office/officeart/2008/layout/LinedList"/>
    <dgm:cxn modelId="{FFCC3989-7458-4B95-81DC-A35A3CE47069}" type="presParOf" srcId="{12659594-B9E5-4A3B-8932-62E6CA0D4AAC}" destId="{EFE0F60E-A06A-48CD-941E-55F0A13153F1}" srcOrd="1" destOrd="0" presId="urn:microsoft.com/office/officeart/2008/layout/LinedList"/>
    <dgm:cxn modelId="{053EE4D3-BB99-47E6-BA7B-55CCCA28F2E7}" type="presParOf" srcId="{E884643B-778F-405B-A1CC-25309917A79D}" destId="{9B44F58A-6D20-41CE-B47F-2B675D6CB8B8}" srcOrd="6" destOrd="0" presId="urn:microsoft.com/office/officeart/2008/layout/LinedList"/>
    <dgm:cxn modelId="{5A5A7D48-D5A2-4A19-947B-72698A59B5A9}" type="presParOf" srcId="{E884643B-778F-405B-A1CC-25309917A79D}" destId="{2563DCD4-0FB2-468C-B9C8-25E1B375C575}" srcOrd="7" destOrd="0" presId="urn:microsoft.com/office/officeart/2008/layout/LinedList"/>
    <dgm:cxn modelId="{3B256B6A-7B2D-493B-894A-0ACA9AD324BB}" type="presParOf" srcId="{2563DCD4-0FB2-468C-B9C8-25E1B375C575}" destId="{1735438F-0D2E-4E94-AFAB-55B3DA46E3D3}" srcOrd="0" destOrd="0" presId="urn:microsoft.com/office/officeart/2008/layout/LinedList"/>
    <dgm:cxn modelId="{480AD651-7D96-4C9F-B2E0-B572D51549DB}" type="presParOf" srcId="{2563DCD4-0FB2-468C-B9C8-25E1B375C575}" destId="{3033F5F4-4EAE-463A-8D27-33A01F630EBF}" srcOrd="1" destOrd="0" presId="urn:microsoft.com/office/officeart/2008/layout/LinedList"/>
    <dgm:cxn modelId="{B5C5F2AB-820E-4CF8-BADF-F9156B77C419}" type="presParOf" srcId="{E884643B-778F-405B-A1CC-25309917A79D}" destId="{BCC08794-5B6C-48C9-8962-69CA6A8CC630}" srcOrd="8" destOrd="0" presId="urn:microsoft.com/office/officeart/2008/layout/LinedList"/>
    <dgm:cxn modelId="{9D05CF6C-7426-4120-91D8-2E8B89D1E27D}" type="presParOf" srcId="{E884643B-778F-405B-A1CC-25309917A79D}" destId="{BF9A77F7-C04E-4C52-AC56-F24312BEEAE9}" srcOrd="9" destOrd="0" presId="urn:microsoft.com/office/officeart/2008/layout/LinedList"/>
    <dgm:cxn modelId="{D817B575-FDC5-4A13-A6B6-44758E7899DB}" type="presParOf" srcId="{BF9A77F7-C04E-4C52-AC56-F24312BEEAE9}" destId="{7BD04328-6D02-4601-971C-DCBF31E597D7}" srcOrd="0" destOrd="0" presId="urn:microsoft.com/office/officeart/2008/layout/LinedList"/>
    <dgm:cxn modelId="{8CC7C34C-6B74-4EDD-9696-D76F86F13431}" type="presParOf" srcId="{BF9A77F7-C04E-4C52-AC56-F24312BEEAE9}" destId="{D2002878-9667-4426-80E3-B755C684B8A6}" srcOrd="1" destOrd="0" presId="urn:microsoft.com/office/officeart/2008/layout/LinedList"/>
    <dgm:cxn modelId="{F6B51CDB-7FCA-4C51-878E-377CCCB10340}" type="presParOf" srcId="{E884643B-778F-405B-A1CC-25309917A79D}" destId="{BCCF74F1-70F9-4964-A38D-DCCA4CFA7CAC}" srcOrd="10" destOrd="0" presId="urn:microsoft.com/office/officeart/2008/layout/LinedList"/>
    <dgm:cxn modelId="{77BC9706-A4AE-47E8-A8D1-55AEEB25415B}" type="presParOf" srcId="{E884643B-778F-405B-A1CC-25309917A79D}" destId="{72CF449C-9C83-43CD-8357-B4F114155B41}" srcOrd="11" destOrd="0" presId="urn:microsoft.com/office/officeart/2008/layout/LinedList"/>
    <dgm:cxn modelId="{5620BEF8-366F-404F-A9BF-D50ED53B1822}" type="presParOf" srcId="{72CF449C-9C83-43CD-8357-B4F114155B41}" destId="{0DA52828-9225-4246-B606-B3A21CB78A92}" srcOrd="0" destOrd="0" presId="urn:microsoft.com/office/officeart/2008/layout/LinedList"/>
    <dgm:cxn modelId="{1B28718A-E2F8-47E2-9EC9-072BFDCE994C}" type="presParOf" srcId="{72CF449C-9C83-43CD-8357-B4F114155B41}" destId="{058D2328-0D8A-4763-9B08-1FC30F387285}" srcOrd="1" destOrd="0" presId="urn:microsoft.com/office/officeart/2008/layout/LinedList"/>
    <dgm:cxn modelId="{2985168A-0D47-4BB3-98FC-3B64AB9C5DD1}" type="presParOf" srcId="{E884643B-778F-405B-A1CC-25309917A79D}" destId="{BB4AF0B3-4CBD-4013-8F37-E188FB2B0F84}" srcOrd="12" destOrd="0" presId="urn:microsoft.com/office/officeart/2008/layout/LinedList"/>
    <dgm:cxn modelId="{6FB5CC5A-B1C8-47A4-9998-A6268F914AC3}" type="presParOf" srcId="{E884643B-778F-405B-A1CC-25309917A79D}" destId="{105D9E94-93D3-447F-A4D4-BF46C53675AA}" srcOrd="13" destOrd="0" presId="urn:microsoft.com/office/officeart/2008/layout/LinedList"/>
    <dgm:cxn modelId="{FBE17858-20CC-4E75-993C-936C0F0C827B}" type="presParOf" srcId="{105D9E94-93D3-447F-A4D4-BF46C53675AA}" destId="{421AB563-5723-45B2-928E-58F7B7C1F1CA}" srcOrd="0" destOrd="0" presId="urn:microsoft.com/office/officeart/2008/layout/LinedList"/>
    <dgm:cxn modelId="{696F9FBE-CCBC-4706-AB96-4DECB4C04700}" type="presParOf" srcId="{105D9E94-93D3-447F-A4D4-BF46C53675AA}" destId="{B44877E6-6AAE-40A7-8378-CA4E71436263}" srcOrd="1" destOrd="0" presId="urn:microsoft.com/office/officeart/2008/layout/LinedList"/>
    <dgm:cxn modelId="{322A8188-E905-4BD5-9593-6CE29E33E123}" type="presParOf" srcId="{E884643B-778F-405B-A1CC-25309917A79D}" destId="{2EC9644C-6A80-427B-A327-4479D42693AA}" srcOrd="14" destOrd="0" presId="urn:microsoft.com/office/officeart/2008/layout/LinedList"/>
    <dgm:cxn modelId="{BF686581-32BB-4492-B173-A906421F5A5C}" type="presParOf" srcId="{E884643B-778F-405B-A1CC-25309917A79D}" destId="{06AA6690-997C-42DC-9B9F-7C07F0661C66}" srcOrd="15" destOrd="0" presId="urn:microsoft.com/office/officeart/2008/layout/LinedList"/>
    <dgm:cxn modelId="{D9DD67C2-3B9F-4DD9-9C28-D50144B6476B}" type="presParOf" srcId="{06AA6690-997C-42DC-9B9F-7C07F0661C66}" destId="{D6A6348F-4DD8-43EC-A2BD-E07B87634C9A}" srcOrd="0" destOrd="0" presId="urn:microsoft.com/office/officeart/2008/layout/LinedList"/>
    <dgm:cxn modelId="{4C5B676A-7CC1-4296-BEDA-F612AAD58263}" type="presParOf" srcId="{06AA6690-997C-42DC-9B9F-7C07F0661C66}" destId="{668B61D5-FE8E-493F-83F4-D02DEF835D49}"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473021-F733-44EB-80C8-0E263726AEC1}">
      <dsp:nvSpPr>
        <dsp:cNvPr id="0" name=""/>
        <dsp:cNvSpPr/>
      </dsp:nvSpPr>
      <dsp:spPr>
        <a:xfrm>
          <a:off x="0" y="0"/>
          <a:ext cx="4571100" cy="0"/>
        </a:xfrm>
        <a:prstGeom prst="lin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8AB5EC0B-86FC-4A89-9BEB-5DB58E634260}">
      <dsp:nvSpPr>
        <dsp:cNvPr id="0" name=""/>
        <dsp:cNvSpPr/>
      </dsp:nvSpPr>
      <dsp:spPr>
        <a:xfrm>
          <a:off x="0" y="0"/>
          <a:ext cx="4571100" cy="408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dirty="0">
              <a:latin typeface="Times New Roman" panose="02020603050405020304" pitchFamily="18" charset="0"/>
              <a:cs typeface="Times New Roman" panose="02020603050405020304" pitchFamily="18" charset="0"/>
            </a:rPr>
            <a:t>Project Goals</a:t>
          </a:r>
          <a:endParaRPr lang="en-US" sz="1900" kern="1200" dirty="0">
            <a:latin typeface="Times New Roman" panose="02020603050405020304" pitchFamily="18" charset="0"/>
            <a:cs typeface="Times New Roman" panose="02020603050405020304" pitchFamily="18" charset="0"/>
          </a:endParaRPr>
        </a:p>
      </dsp:txBody>
      <dsp:txXfrm>
        <a:off x="0" y="0"/>
        <a:ext cx="4571100" cy="408050"/>
      </dsp:txXfrm>
    </dsp:sp>
    <dsp:sp modelId="{39BA8DC7-F76D-4890-994B-6061A6951FE6}">
      <dsp:nvSpPr>
        <dsp:cNvPr id="0" name=""/>
        <dsp:cNvSpPr/>
      </dsp:nvSpPr>
      <dsp:spPr>
        <a:xfrm>
          <a:off x="0" y="408051"/>
          <a:ext cx="4571100" cy="0"/>
        </a:xfrm>
        <a:prstGeom prst="lin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647BD977-FBD0-48A4-B29D-CCF0893694D7}">
      <dsp:nvSpPr>
        <dsp:cNvPr id="0" name=""/>
        <dsp:cNvSpPr/>
      </dsp:nvSpPr>
      <dsp:spPr>
        <a:xfrm>
          <a:off x="0" y="408050"/>
          <a:ext cx="4571100" cy="408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dirty="0">
              <a:latin typeface="Times New Roman" panose="02020603050405020304" pitchFamily="18" charset="0"/>
              <a:cs typeface="Times New Roman" panose="02020603050405020304" pitchFamily="18" charset="0"/>
            </a:rPr>
            <a:t>Hypotheses</a:t>
          </a:r>
          <a:endParaRPr lang="en-US" sz="1900" kern="1200" dirty="0">
            <a:latin typeface="Times New Roman" panose="02020603050405020304" pitchFamily="18" charset="0"/>
            <a:cs typeface="Times New Roman" panose="02020603050405020304" pitchFamily="18" charset="0"/>
          </a:endParaRPr>
        </a:p>
      </dsp:txBody>
      <dsp:txXfrm>
        <a:off x="0" y="408050"/>
        <a:ext cx="4571100" cy="408050"/>
      </dsp:txXfrm>
    </dsp:sp>
    <dsp:sp modelId="{EBA1B392-5E39-42A7-AA3C-6483AAB3E262}">
      <dsp:nvSpPr>
        <dsp:cNvPr id="0" name=""/>
        <dsp:cNvSpPr/>
      </dsp:nvSpPr>
      <dsp:spPr>
        <a:xfrm>
          <a:off x="0" y="816102"/>
          <a:ext cx="4571100" cy="0"/>
        </a:xfrm>
        <a:prstGeom prst="lin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7BDEA8FD-CE86-4E26-B707-09649A0579C1}">
      <dsp:nvSpPr>
        <dsp:cNvPr id="0" name=""/>
        <dsp:cNvSpPr/>
      </dsp:nvSpPr>
      <dsp:spPr>
        <a:xfrm>
          <a:off x="0" y="816101"/>
          <a:ext cx="4571100" cy="408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dirty="0">
              <a:latin typeface="Times New Roman" panose="02020603050405020304" pitchFamily="18" charset="0"/>
              <a:cs typeface="Times New Roman" panose="02020603050405020304" pitchFamily="18" charset="0"/>
            </a:rPr>
            <a:t>Data Set</a:t>
          </a:r>
          <a:endParaRPr lang="en-US" sz="1900" kern="1200" dirty="0">
            <a:latin typeface="Times New Roman" panose="02020603050405020304" pitchFamily="18" charset="0"/>
            <a:cs typeface="Times New Roman" panose="02020603050405020304" pitchFamily="18" charset="0"/>
          </a:endParaRPr>
        </a:p>
      </dsp:txBody>
      <dsp:txXfrm>
        <a:off x="0" y="816101"/>
        <a:ext cx="4571100" cy="408050"/>
      </dsp:txXfrm>
    </dsp:sp>
    <dsp:sp modelId="{9B44F58A-6D20-41CE-B47F-2B675D6CB8B8}">
      <dsp:nvSpPr>
        <dsp:cNvPr id="0" name=""/>
        <dsp:cNvSpPr/>
      </dsp:nvSpPr>
      <dsp:spPr>
        <a:xfrm>
          <a:off x="0" y="1224152"/>
          <a:ext cx="4571100" cy="0"/>
        </a:xfrm>
        <a:prstGeom prst="lin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1735438F-0D2E-4E94-AFAB-55B3DA46E3D3}">
      <dsp:nvSpPr>
        <dsp:cNvPr id="0" name=""/>
        <dsp:cNvSpPr/>
      </dsp:nvSpPr>
      <dsp:spPr>
        <a:xfrm>
          <a:off x="0" y="1224152"/>
          <a:ext cx="4571100" cy="408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dirty="0">
              <a:latin typeface="Times New Roman" panose="02020603050405020304" pitchFamily="18" charset="0"/>
              <a:cs typeface="Times New Roman" panose="02020603050405020304" pitchFamily="18" charset="0"/>
            </a:rPr>
            <a:t>Data Ethics</a:t>
          </a:r>
          <a:endParaRPr lang="en-US" sz="1900" kern="1200" dirty="0">
            <a:latin typeface="Times New Roman" panose="02020603050405020304" pitchFamily="18" charset="0"/>
            <a:cs typeface="Times New Roman" panose="02020603050405020304" pitchFamily="18" charset="0"/>
          </a:endParaRPr>
        </a:p>
      </dsp:txBody>
      <dsp:txXfrm>
        <a:off x="0" y="1224152"/>
        <a:ext cx="4571100" cy="408050"/>
      </dsp:txXfrm>
    </dsp:sp>
    <dsp:sp modelId="{BCC08794-5B6C-48C9-8962-69CA6A8CC630}">
      <dsp:nvSpPr>
        <dsp:cNvPr id="0" name=""/>
        <dsp:cNvSpPr/>
      </dsp:nvSpPr>
      <dsp:spPr>
        <a:xfrm>
          <a:off x="0" y="1632204"/>
          <a:ext cx="4571100" cy="0"/>
        </a:xfrm>
        <a:prstGeom prst="lin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7BD04328-6D02-4601-971C-DCBF31E597D7}">
      <dsp:nvSpPr>
        <dsp:cNvPr id="0" name=""/>
        <dsp:cNvSpPr/>
      </dsp:nvSpPr>
      <dsp:spPr>
        <a:xfrm>
          <a:off x="0" y="1632203"/>
          <a:ext cx="4571100" cy="408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dirty="0">
              <a:latin typeface="Times New Roman" panose="02020603050405020304" pitchFamily="18" charset="0"/>
              <a:cs typeface="Times New Roman" panose="02020603050405020304" pitchFamily="18" charset="0"/>
            </a:rPr>
            <a:t>Data Optimizations</a:t>
          </a:r>
          <a:endParaRPr lang="en-US" sz="1900" kern="1200" dirty="0">
            <a:latin typeface="Times New Roman" panose="02020603050405020304" pitchFamily="18" charset="0"/>
            <a:cs typeface="Times New Roman" panose="02020603050405020304" pitchFamily="18" charset="0"/>
          </a:endParaRPr>
        </a:p>
      </dsp:txBody>
      <dsp:txXfrm>
        <a:off x="0" y="1632203"/>
        <a:ext cx="4571100" cy="408050"/>
      </dsp:txXfrm>
    </dsp:sp>
    <dsp:sp modelId="{BCCF74F1-70F9-4964-A38D-DCCA4CFA7CAC}">
      <dsp:nvSpPr>
        <dsp:cNvPr id="0" name=""/>
        <dsp:cNvSpPr/>
      </dsp:nvSpPr>
      <dsp:spPr>
        <a:xfrm>
          <a:off x="0" y="2040254"/>
          <a:ext cx="4571100" cy="0"/>
        </a:xfrm>
        <a:prstGeom prst="lin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0DA52828-9225-4246-B606-B3A21CB78A92}">
      <dsp:nvSpPr>
        <dsp:cNvPr id="0" name=""/>
        <dsp:cNvSpPr/>
      </dsp:nvSpPr>
      <dsp:spPr>
        <a:xfrm>
          <a:off x="0" y="2040254"/>
          <a:ext cx="4571100" cy="408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dirty="0">
              <a:latin typeface="Times New Roman" panose="02020603050405020304" pitchFamily="18" charset="0"/>
              <a:cs typeface="Times New Roman" panose="02020603050405020304" pitchFamily="18" charset="0"/>
            </a:rPr>
            <a:t>Algorithms</a:t>
          </a:r>
          <a:endParaRPr lang="en-US" sz="1900" kern="1200" dirty="0">
            <a:latin typeface="Times New Roman" panose="02020603050405020304" pitchFamily="18" charset="0"/>
            <a:cs typeface="Times New Roman" panose="02020603050405020304" pitchFamily="18" charset="0"/>
          </a:endParaRPr>
        </a:p>
      </dsp:txBody>
      <dsp:txXfrm>
        <a:off x="0" y="2040254"/>
        <a:ext cx="4571100" cy="408050"/>
      </dsp:txXfrm>
    </dsp:sp>
    <dsp:sp modelId="{BB4AF0B3-4CBD-4013-8F37-E188FB2B0F84}">
      <dsp:nvSpPr>
        <dsp:cNvPr id="0" name=""/>
        <dsp:cNvSpPr/>
      </dsp:nvSpPr>
      <dsp:spPr>
        <a:xfrm>
          <a:off x="0" y="2448305"/>
          <a:ext cx="4571100" cy="0"/>
        </a:xfrm>
        <a:prstGeom prst="lin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421AB563-5723-45B2-928E-58F7B7C1F1CA}">
      <dsp:nvSpPr>
        <dsp:cNvPr id="0" name=""/>
        <dsp:cNvSpPr/>
      </dsp:nvSpPr>
      <dsp:spPr>
        <a:xfrm>
          <a:off x="0" y="2448305"/>
          <a:ext cx="4571100" cy="408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dirty="0">
              <a:latin typeface="Times New Roman" panose="02020603050405020304" pitchFamily="18" charset="0"/>
              <a:cs typeface="Times New Roman" panose="02020603050405020304" pitchFamily="18" charset="0"/>
            </a:rPr>
            <a:t>Summary</a:t>
          </a:r>
          <a:endParaRPr lang="en-US" sz="1900" kern="1200" dirty="0">
            <a:latin typeface="Times New Roman" panose="02020603050405020304" pitchFamily="18" charset="0"/>
            <a:cs typeface="Times New Roman" panose="02020603050405020304" pitchFamily="18" charset="0"/>
          </a:endParaRPr>
        </a:p>
      </dsp:txBody>
      <dsp:txXfrm>
        <a:off x="0" y="2448305"/>
        <a:ext cx="4571100" cy="408050"/>
      </dsp:txXfrm>
    </dsp:sp>
    <dsp:sp modelId="{2EC9644C-6A80-427B-A327-4479D42693AA}">
      <dsp:nvSpPr>
        <dsp:cNvPr id="0" name=""/>
        <dsp:cNvSpPr/>
      </dsp:nvSpPr>
      <dsp:spPr>
        <a:xfrm>
          <a:off x="0" y="2856357"/>
          <a:ext cx="4571100" cy="0"/>
        </a:xfrm>
        <a:prstGeom prst="line">
          <a:avLst/>
        </a:prstGeom>
        <a:gradFill rotWithShape="0">
          <a:gsLst>
            <a:gs pos="0">
              <a:schemeClr val="accent1">
                <a:hueOff val="0"/>
                <a:satOff val="0"/>
                <a:lumOff val="0"/>
                <a:alphaOff val="0"/>
                <a:tint val="50000"/>
                <a:satMod val="300000"/>
              </a:schemeClr>
            </a:gs>
            <a:gs pos="35000">
              <a:schemeClr val="accent1">
                <a:hueOff val="0"/>
                <a:satOff val="0"/>
                <a:lumOff val="0"/>
                <a:alphaOff val="0"/>
                <a:tint val="37000"/>
                <a:satMod val="300000"/>
              </a:schemeClr>
            </a:gs>
            <a:gs pos="100000">
              <a:schemeClr val="accent1">
                <a:hueOff val="0"/>
                <a:satOff val="0"/>
                <a:lumOff val="0"/>
                <a:alphaOff val="0"/>
                <a:tint val="15000"/>
                <a:satMod val="350000"/>
              </a:schemeClr>
            </a:gs>
          </a:gsLst>
          <a:lin ang="16200000" scaled="1"/>
        </a:gradFill>
        <a:ln w="9525" cap="flat" cmpd="sng" algn="ctr">
          <a:solidFill>
            <a:schemeClr val="accent1">
              <a:hueOff val="0"/>
              <a:satOff val="0"/>
              <a:lumOff val="0"/>
              <a:alphaOff val="0"/>
            </a:schemeClr>
          </a:solidFill>
          <a:prstDash val="solid"/>
        </a:ln>
        <a:effectLst>
          <a:outerShdw blurRad="40000" dist="20000" dir="5400000" rotWithShape="0">
            <a:srgbClr val="000000">
              <a:alpha val="38000"/>
            </a:srgbClr>
          </a:outerShdw>
        </a:effectLst>
      </dsp:spPr>
      <dsp:style>
        <a:lnRef idx="1">
          <a:scrgbClr r="0" g="0" b="0"/>
        </a:lnRef>
        <a:fillRef idx="2">
          <a:scrgbClr r="0" g="0" b="0"/>
        </a:fillRef>
        <a:effectRef idx="1">
          <a:scrgbClr r="0" g="0" b="0"/>
        </a:effectRef>
        <a:fontRef idx="minor">
          <a:schemeClr val="dk1"/>
        </a:fontRef>
      </dsp:style>
    </dsp:sp>
    <dsp:sp modelId="{D6A6348F-4DD8-43EC-A2BD-E07B87634C9A}">
      <dsp:nvSpPr>
        <dsp:cNvPr id="0" name=""/>
        <dsp:cNvSpPr/>
      </dsp:nvSpPr>
      <dsp:spPr>
        <a:xfrm>
          <a:off x="0" y="2856356"/>
          <a:ext cx="4571100" cy="4080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2390" tIns="72390" rIns="72390" bIns="72390" numCol="1" spcCol="1270" anchor="t" anchorCtr="0">
          <a:noAutofit/>
        </a:bodyPr>
        <a:lstStyle/>
        <a:p>
          <a:pPr marL="0" lvl="0" indent="0" algn="l" defTabSz="844550">
            <a:lnSpc>
              <a:spcPct val="90000"/>
            </a:lnSpc>
            <a:spcBef>
              <a:spcPct val="0"/>
            </a:spcBef>
            <a:spcAft>
              <a:spcPct val="35000"/>
            </a:spcAft>
            <a:buNone/>
          </a:pPr>
          <a:r>
            <a:rPr lang="en-US" sz="1900" b="0" i="0" kern="1200" dirty="0">
              <a:latin typeface="Times New Roman" panose="02020603050405020304" pitchFamily="18" charset="0"/>
              <a:cs typeface="Times New Roman" panose="02020603050405020304" pitchFamily="18" charset="0"/>
            </a:rPr>
            <a:t>Next Steps</a:t>
          </a:r>
          <a:endParaRPr lang="en-US" sz="1900" kern="1200" dirty="0">
            <a:latin typeface="Times New Roman" panose="02020603050405020304" pitchFamily="18" charset="0"/>
            <a:cs typeface="Times New Roman" panose="02020603050405020304" pitchFamily="18" charset="0"/>
          </a:endParaRPr>
        </a:p>
      </dsp:txBody>
      <dsp:txXfrm>
        <a:off x="0" y="2856356"/>
        <a:ext cx="4571100" cy="408050"/>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
        <p:cNvGrpSpPr/>
        <p:nvPr/>
      </p:nvGrpSpPr>
      <p:grpSpPr>
        <a:xfrm>
          <a:off x="0" y="0"/>
          <a:ext cx="0" cy="0"/>
          <a:chOff x="0" y="0"/>
          <a:chExt cx="0" cy="0"/>
        </a:xfrm>
      </p:grpSpPr>
      <p:sp>
        <p:nvSpPr>
          <p:cNvPr id="46" name="Google Shape;46;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 name="Google Shape;47;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606f1c2d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606f1c2d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5f391192_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5f391192_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e4da0a8640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e4da0a8640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35f391192_0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35f391192_0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 name="Google Shape;8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g35f391192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 name="Google Shape;115;g35f391192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5ed75ccf_0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35ed75ccf_0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35ed75ccf_0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35ed75ccf_0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is a series of confusion matrices. Each matrix represents accurate predictions of unpleasant days (upper left), inaccurate predictions of unpleasant days (upper right), inaccurate predictions of pleasant days (lower left), and accurate predictions of pleasant days (lower right). Each weather station has its own matrix. Notice </a:t>
            </a:r>
            <a:r>
              <a:rPr lang="en-US" dirty="0" err="1"/>
              <a:t>Sonnblick’s</a:t>
            </a:r>
            <a:r>
              <a:rPr lang="en-US" dirty="0"/>
              <a:t> solid matrix, which represents the ANN’s 100% accuracy in predicting only unpleasant weather days for this location. </a:t>
            </a:r>
            <a:endParaRPr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35ed75ccf_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5ed75ccf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35f391192_0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35f391192_0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5ed75ccf_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5ed75ccf_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5ed75ccf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5ed75ccf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type="title">
  <p:cSld name="TITLE">
    <p:bg>
      <p:bgPr>
        <a:blipFill>
          <a:blip r:embed="rId2">
            <a:alphaModFix/>
          </a:blip>
          <a:stretch>
            <a:fillRect/>
          </a:stretch>
        </a:blipFill>
        <a:effectLst/>
      </p:bgPr>
    </p:bg>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308200" y="1991825"/>
            <a:ext cx="4226100" cy="1159800"/>
          </a:xfrm>
          <a:prstGeom prst="rect">
            <a:avLst/>
          </a:prstGeom>
        </p:spPr>
        <p:txBody>
          <a:bodyPr spcFirstLastPara="1" wrap="square" lIns="0" tIns="0" rIns="0" bIns="0" anchor="ctr" anchorCtr="0">
            <a:noAutofit/>
          </a:bodyPr>
          <a:lstStyle>
            <a:lvl1pPr lvl="0">
              <a:spcBef>
                <a:spcPts val="0"/>
              </a:spcBef>
              <a:spcAft>
                <a:spcPts val="0"/>
              </a:spcAft>
              <a:buClr>
                <a:schemeClr val="accent3"/>
              </a:buClr>
              <a:buSzPts val="5600"/>
              <a:buNone/>
              <a:defRPr sz="5600">
                <a:solidFill>
                  <a:schemeClr val="accent3"/>
                </a:solidFill>
              </a:defRPr>
            </a:lvl1pPr>
            <a:lvl2pPr lvl="1">
              <a:spcBef>
                <a:spcPts val="0"/>
              </a:spcBef>
              <a:spcAft>
                <a:spcPts val="0"/>
              </a:spcAft>
              <a:buClr>
                <a:schemeClr val="accent3"/>
              </a:buClr>
              <a:buSzPts val="5600"/>
              <a:buNone/>
              <a:defRPr sz="5600">
                <a:solidFill>
                  <a:schemeClr val="accent3"/>
                </a:solidFill>
              </a:defRPr>
            </a:lvl2pPr>
            <a:lvl3pPr lvl="2">
              <a:spcBef>
                <a:spcPts val="0"/>
              </a:spcBef>
              <a:spcAft>
                <a:spcPts val="0"/>
              </a:spcAft>
              <a:buClr>
                <a:schemeClr val="accent3"/>
              </a:buClr>
              <a:buSzPts val="5600"/>
              <a:buNone/>
              <a:defRPr sz="5600">
                <a:solidFill>
                  <a:schemeClr val="accent3"/>
                </a:solidFill>
              </a:defRPr>
            </a:lvl3pPr>
            <a:lvl4pPr lvl="3">
              <a:spcBef>
                <a:spcPts val="0"/>
              </a:spcBef>
              <a:spcAft>
                <a:spcPts val="0"/>
              </a:spcAft>
              <a:buClr>
                <a:schemeClr val="accent3"/>
              </a:buClr>
              <a:buSzPts val="5600"/>
              <a:buNone/>
              <a:defRPr sz="5600">
                <a:solidFill>
                  <a:schemeClr val="accent3"/>
                </a:solidFill>
              </a:defRPr>
            </a:lvl4pPr>
            <a:lvl5pPr lvl="4">
              <a:spcBef>
                <a:spcPts val="0"/>
              </a:spcBef>
              <a:spcAft>
                <a:spcPts val="0"/>
              </a:spcAft>
              <a:buClr>
                <a:schemeClr val="accent3"/>
              </a:buClr>
              <a:buSzPts val="5600"/>
              <a:buNone/>
              <a:defRPr sz="5600">
                <a:solidFill>
                  <a:schemeClr val="accent3"/>
                </a:solidFill>
              </a:defRPr>
            </a:lvl5pPr>
            <a:lvl6pPr lvl="5">
              <a:spcBef>
                <a:spcPts val="0"/>
              </a:spcBef>
              <a:spcAft>
                <a:spcPts val="0"/>
              </a:spcAft>
              <a:buClr>
                <a:schemeClr val="accent3"/>
              </a:buClr>
              <a:buSzPts val="5600"/>
              <a:buNone/>
              <a:defRPr sz="5600">
                <a:solidFill>
                  <a:schemeClr val="accent3"/>
                </a:solidFill>
              </a:defRPr>
            </a:lvl6pPr>
            <a:lvl7pPr lvl="6">
              <a:spcBef>
                <a:spcPts val="0"/>
              </a:spcBef>
              <a:spcAft>
                <a:spcPts val="0"/>
              </a:spcAft>
              <a:buClr>
                <a:schemeClr val="accent3"/>
              </a:buClr>
              <a:buSzPts val="5600"/>
              <a:buNone/>
              <a:defRPr sz="5600">
                <a:solidFill>
                  <a:schemeClr val="accent3"/>
                </a:solidFill>
              </a:defRPr>
            </a:lvl7pPr>
            <a:lvl8pPr lvl="7">
              <a:spcBef>
                <a:spcPts val="0"/>
              </a:spcBef>
              <a:spcAft>
                <a:spcPts val="0"/>
              </a:spcAft>
              <a:buClr>
                <a:schemeClr val="accent3"/>
              </a:buClr>
              <a:buSzPts val="5600"/>
              <a:buNone/>
              <a:defRPr sz="5600">
                <a:solidFill>
                  <a:schemeClr val="accent3"/>
                </a:solidFill>
              </a:defRPr>
            </a:lvl8pPr>
            <a:lvl9pPr lvl="8">
              <a:spcBef>
                <a:spcPts val="0"/>
              </a:spcBef>
              <a:spcAft>
                <a:spcPts val="0"/>
              </a:spcAft>
              <a:buClr>
                <a:schemeClr val="accent3"/>
              </a:buClr>
              <a:buSzPts val="5600"/>
              <a:buNone/>
              <a:defRPr sz="5600">
                <a:solidFill>
                  <a:schemeClr val="accent3"/>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ubtitle">
  <p:cSld name="TITLE_1">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ctrTitle"/>
          </p:nvPr>
        </p:nvSpPr>
        <p:spPr>
          <a:xfrm>
            <a:off x="4308200" y="1735750"/>
            <a:ext cx="4150200" cy="1159800"/>
          </a:xfrm>
          <a:prstGeom prst="rect">
            <a:avLst/>
          </a:prstGeom>
        </p:spPr>
        <p:txBody>
          <a:bodyPr spcFirstLastPara="1" wrap="square" lIns="0" tIns="0" rIns="0" bIns="0" anchor="b" anchorCtr="0">
            <a:noAutofit/>
          </a:bodyPr>
          <a:lstStyle>
            <a:lvl1pPr lvl="0" rtl="0">
              <a:spcBef>
                <a:spcPts val="0"/>
              </a:spcBef>
              <a:spcAft>
                <a:spcPts val="0"/>
              </a:spcAft>
              <a:buClr>
                <a:schemeClr val="accent3"/>
              </a:buClr>
              <a:buSzPts val="4000"/>
              <a:buNone/>
              <a:defRPr sz="4000">
                <a:solidFill>
                  <a:schemeClr val="accent3"/>
                </a:solidFill>
              </a:defRPr>
            </a:lvl1pPr>
            <a:lvl2pPr lvl="1" rtl="0">
              <a:spcBef>
                <a:spcPts val="0"/>
              </a:spcBef>
              <a:spcAft>
                <a:spcPts val="0"/>
              </a:spcAft>
              <a:buClr>
                <a:schemeClr val="accent3"/>
              </a:buClr>
              <a:buSzPts val="4000"/>
              <a:buNone/>
              <a:defRPr sz="4000">
                <a:solidFill>
                  <a:schemeClr val="accent3"/>
                </a:solidFill>
              </a:defRPr>
            </a:lvl2pPr>
            <a:lvl3pPr lvl="2" rtl="0">
              <a:spcBef>
                <a:spcPts val="0"/>
              </a:spcBef>
              <a:spcAft>
                <a:spcPts val="0"/>
              </a:spcAft>
              <a:buClr>
                <a:schemeClr val="accent3"/>
              </a:buClr>
              <a:buSzPts val="4000"/>
              <a:buNone/>
              <a:defRPr sz="4000">
                <a:solidFill>
                  <a:schemeClr val="accent3"/>
                </a:solidFill>
              </a:defRPr>
            </a:lvl3pPr>
            <a:lvl4pPr lvl="3" rtl="0">
              <a:spcBef>
                <a:spcPts val="0"/>
              </a:spcBef>
              <a:spcAft>
                <a:spcPts val="0"/>
              </a:spcAft>
              <a:buClr>
                <a:schemeClr val="accent3"/>
              </a:buClr>
              <a:buSzPts val="4000"/>
              <a:buNone/>
              <a:defRPr sz="4000">
                <a:solidFill>
                  <a:schemeClr val="accent3"/>
                </a:solidFill>
              </a:defRPr>
            </a:lvl4pPr>
            <a:lvl5pPr lvl="4" rtl="0">
              <a:spcBef>
                <a:spcPts val="0"/>
              </a:spcBef>
              <a:spcAft>
                <a:spcPts val="0"/>
              </a:spcAft>
              <a:buClr>
                <a:schemeClr val="accent3"/>
              </a:buClr>
              <a:buSzPts val="4000"/>
              <a:buNone/>
              <a:defRPr sz="4000">
                <a:solidFill>
                  <a:schemeClr val="accent3"/>
                </a:solidFill>
              </a:defRPr>
            </a:lvl5pPr>
            <a:lvl6pPr lvl="5" rtl="0">
              <a:spcBef>
                <a:spcPts val="0"/>
              </a:spcBef>
              <a:spcAft>
                <a:spcPts val="0"/>
              </a:spcAft>
              <a:buClr>
                <a:schemeClr val="accent3"/>
              </a:buClr>
              <a:buSzPts val="4000"/>
              <a:buNone/>
              <a:defRPr sz="4000">
                <a:solidFill>
                  <a:schemeClr val="accent3"/>
                </a:solidFill>
              </a:defRPr>
            </a:lvl6pPr>
            <a:lvl7pPr lvl="6" rtl="0">
              <a:spcBef>
                <a:spcPts val="0"/>
              </a:spcBef>
              <a:spcAft>
                <a:spcPts val="0"/>
              </a:spcAft>
              <a:buClr>
                <a:schemeClr val="accent3"/>
              </a:buClr>
              <a:buSzPts val="4000"/>
              <a:buNone/>
              <a:defRPr sz="4000">
                <a:solidFill>
                  <a:schemeClr val="accent3"/>
                </a:solidFill>
              </a:defRPr>
            </a:lvl7pPr>
            <a:lvl8pPr lvl="7" rtl="0">
              <a:spcBef>
                <a:spcPts val="0"/>
              </a:spcBef>
              <a:spcAft>
                <a:spcPts val="0"/>
              </a:spcAft>
              <a:buClr>
                <a:schemeClr val="accent3"/>
              </a:buClr>
              <a:buSzPts val="4000"/>
              <a:buNone/>
              <a:defRPr sz="4000">
                <a:solidFill>
                  <a:schemeClr val="accent3"/>
                </a:solidFill>
              </a:defRPr>
            </a:lvl8pPr>
            <a:lvl9pPr lvl="8" rtl="0">
              <a:spcBef>
                <a:spcPts val="0"/>
              </a:spcBef>
              <a:spcAft>
                <a:spcPts val="0"/>
              </a:spcAft>
              <a:buClr>
                <a:schemeClr val="accent3"/>
              </a:buClr>
              <a:buSzPts val="4000"/>
              <a:buNone/>
              <a:defRPr sz="4000">
                <a:solidFill>
                  <a:schemeClr val="accent3"/>
                </a:solidFill>
              </a:defRPr>
            </a:lvl9pPr>
          </a:lstStyle>
          <a:p>
            <a:endParaRPr/>
          </a:p>
        </p:txBody>
      </p:sp>
      <p:sp>
        <p:nvSpPr>
          <p:cNvPr id="13" name="Google Shape;13;p3"/>
          <p:cNvSpPr txBox="1">
            <a:spLocks noGrp="1"/>
          </p:cNvSpPr>
          <p:nvPr>
            <p:ph type="subTitle" idx="1"/>
          </p:nvPr>
        </p:nvSpPr>
        <p:spPr>
          <a:xfrm>
            <a:off x="4308200" y="2992452"/>
            <a:ext cx="4150200" cy="784800"/>
          </a:xfrm>
          <a:prstGeom prst="rect">
            <a:avLst/>
          </a:prstGeom>
        </p:spPr>
        <p:txBody>
          <a:bodyPr spcFirstLastPara="1" wrap="square" lIns="0" tIns="0" rIns="0" bIns="0" anchor="t" anchorCtr="0">
            <a:noAutofit/>
          </a:bodyPr>
          <a:lstStyle>
            <a:lvl1pPr lvl="0" rtl="0">
              <a:spcBef>
                <a:spcPts val="0"/>
              </a:spcBef>
              <a:spcAft>
                <a:spcPts val="0"/>
              </a:spcAft>
              <a:buClr>
                <a:schemeClr val="accent5"/>
              </a:buClr>
              <a:buSzPts val="2000"/>
              <a:buNone/>
              <a:defRPr>
                <a:solidFill>
                  <a:schemeClr val="accent5"/>
                </a:solidFill>
              </a:defRPr>
            </a:lvl1pPr>
            <a:lvl2pPr lvl="1" rtl="0">
              <a:spcBef>
                <a:spcPts val="1000"/>
              </a:spcBef>
              <a:spcAft>
                <a:spcPts val="0"/>
              </a:spcAft>
              <a:buClr>
                <a:schemeClr val="accent5"/>
              </a:buClr>
              <a:buSzPts val="3000"/>
              <a:buNone/>
              <a:defRPr sz="3000">
                <a:solidFill>
                  <a:schemeClr val="accent5"/>
                </a:solidFill>
              </a:defRPr>
            </a:lvl2pPr>
            <a:lvl3pPr lvl="2" rtl="0">
              <a:spcBef>
                <a:spcPts val="1000"/>
              </a:spcBef>
              <a:spcAft>
                <a:spcPts val="0"/>
              </a:spcAft>
              <a:buClr>
                <a:schemeClr val="accent5"/>
              </a:buClr>
              <a:buSzPts val="3000"/>
              <a:buNone/>
              <a:defRPr sz="3000">
                <a:solidFill>
                  <a:schemeClr val="accent5"/>
                </a:solidFill>
              </a:defRPr>
            </a:lvl3pPr>
            <a:lvl4pPr lvl="3" rtl="0">
              <a:spcBef>
                <a:spcPts val="1000"/>
              </a:spcBef>
              <a:spcAft>
                <a:spcPts val="0"/>
              </a:spcAft>
              <a:buClr>
                <a:schemeClr val="accent5"/>
              </a:buClr>
              <a:buSzPts val="3000"/>
              <a:buNone/>
              <a:defRPr sz="3000">
                <a:solidFill>
                  <a:schemeClr val="accent5"/>
                </a:solidFill>
              </a:defRPr>
            </a:lvl4pPr>
            <a:lvl5pPr lvl="4" rtl="0">
              <a:spcBef>
                <a:spcPts val="1000"/>
              </a:spcBef>
              <a:spcAft>
                <a:spcPts val="0"/>
              </a:spcAft>
              <a:buClr>
                <a:schemeClr val="accent5"/>
              </a:buClr>
              <a:buSzPts val="3000"/>
              <a:buNone/>
              <a:defRPr sz="3000">
                <a:solidFill>
                  <a:schemeClr val="accent5"/>
                </a:solidFill>
              </a:defRPr>
            </a:lvl5pPr>
            <a:lvl6pPr lvl="5" rtl="0">
              <a:spcBef>
                <a:spcPts val="1000"/>
              </a:spcBef>
              <a:spcAft>
                <a:spcPts val="0"/>
              </a:spcAft>
              <a:buClr>
                <a:schemeClr val="accent5"/>
              </a:buClr>
              <a:buSzPts val="3000"/>
              <a:buNone/>
              <a:defRPr sz="3000">
                <a:solidFill>
                  <a:schemeClr val="accent5"/>
                </a:solidFill>
              </a:defRPr>
            </a:lvl6pPr>
            <a:lvl7pPr lvl="6" rtl="0">
              <a:spcBef>
                <a:spcPts val="1000"/>
              </a:spcBef>
              <a:spcAft>
                <a:spcPts val="0"/>
              </a:spcAft>
              <a:buClr>
                <a:schemeClr val="accent5"/>
              </a:buClr>
              <a:buSzPts val="3000"/>
              <a:buNone/>
              <a:defRPr sz="3000">
                <a:solidFill>
                  <a:schemeClr val="accent5"/>
                </a:solidFill>
              </a:defRPr>
            </a:lvl7pPr>
            <a:lvl8pPr lvl="7" rtl="0">
              <a:spcBef>
                <a:spcPts val="1000"/>
              </a:spcBef>
              <a:spcAft>
                <a:spcPts val="0"/>
              </a:spcAft>
              <a:buClr>
                <a:schemeClr val="accent5"/>
              </a:buClr>
              <a:buSzPts val="3000"/>
              <a:buNone/>
              <a:defRPr sz="3000">
                <a:solidFill>
                  <a:schemeClr val="accent5"/>
                </a:solidFill>
              </a:defRPr>
            </a:lvl8pPr>
            <a:lvl9pPr lvl="8" rtl="0">
              <a:spcBef>
                <a:spcPts val="1000"/>
              </a:spcBef>
              <a:spcAft>
                <a:spcPts val="1000"/>
              </a:spcAft>
              <a:buClr>
                <a:schemeClr val="accent5"/>
              </a:buClr>
              <a:buSzPts val="3000"/>
              <a:buNone/>
              <a:defRPr sz="3000">
                <a:solidFill>
                  <a:schemeClr val="accent5"/>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1 column" type="tx">
  <p:cSld name="TITLE_AND_BODY">
    <p:bg>
      <p:bgPr>
        <a:blipFill>
          <a:blip r:embed="rId2">
            <a:alphaModFix/>
          </a:blip>
          <a:stretch>
            <a:fillRect/>
          </a:stretch>
        </a:blipFill>
        <a:effectLst/>
      </p:bgPr>
    </p:bg>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4115700" y="205975"/>
            <a:ext cx="4571100" cy="857400"/>
          </a:xfrm>
          <a:prstGeom prst="rect">
            <a:avLst/>
          </a:prstGeom>
        </p:spPr>
        <p:txBody>
          <a:bodyPr spcFirstLastPara="1" wrap="square" lIns="0" tIns="0" rIns="0" bIns="0"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21" name="Google Shape;21;p5"/>
          <p:cNvSpPr txBox="1">
            <a:spLocks noGrp="1"/>
          </p:cNvSpPr>
          <p:nvPr>
            <p:ph type="body" idx="1"/>
          </p:nvPr>
        </p:nvSpPr>
        <p:spPr>
          <a:xfrm>
            <a:off x="4115700" y="1338300"/>
            <a:ext cx="4571100" cy="3411600"/>
          </a:xfrm>
          <a:prstGeom prst="rect">
            <a:avLst/>
          </a:prstGeom>
        </p:spPr>
        <p:txBody>
          <a:bodyPr spcFirstLastPara="1" wrap="square" lIns="0" tIns="0" rIns="0" bIns="0" anchor="t" anchorCtr="0">
            <a:noAutofit/>
          </a:bodyPr>
          <a:lstStyle>
            <a:lvl1pPr marL="457200" lvl="0" indent="-355600">
              <a:spcBef>
                <a:spcPts val="0"/>
              </a:spcBef>
              <a:spcAft>
                <a:spcPts val="0"/>
              </a:spcAft>
              <a:buSzPts val="2000"/>
              <a:buChar char="⪢"/>
              <a:defRPr/>
            </a:lvl1pPr>
            <a:lvl2pPr marL="914400" lvl="1" indent="-355600">
              <a:spcBef>
                <a:spcPts val="1000"/>
              </a:spcBef>
              <a:spcAft>
                <a:spcPts val="0"/>
              </a:spcAft>
              <a:buSzPts val="2000"/>
              <a:buChar char="○"/>
              <a:defRPr/>
            </a:lvl2pPr>
            <a:lvl3pPr marL="1371600" lvl="2" indent="-355600">
              <a:spcBef>
                <a:spcPts val="1000"/>
              </a:spcBef>
              <a:spcAft>
                <a:spcPts val="0"/>
              </a:spcAft>
              <a:buSzPts val="2000"/>
              <a:buChar char="■"/>
              <a:defRPr/>
            </a:lvl3pPr>
            <a:lvl4pPr marL="1828800" lvl="3" indent="-355600">
              <a:spcBef>
                <a:spcPts val="1000"/>
              </a:spcBef>
              <a:spcAft>
                <a:spcPts val="0"/>
              </a:spcAft>
              <a:buSzPts val="2000"/>
              <a:buChar char="●"/>
              <a:defRPr/>
            </a:lvl4pPr>
            <a:lvl5pPr marL="2286000" lvl="4" indent="-355600">
              <a:spcBef>
                <a:spcPts val="1000"/>
              </a:spcBef>
              <a:spcAft>
                <a:spcPts val="0"/>
              </a:spcAft>
              <a:buSzPts val="2000"/>
              <a:buChar char="○"/>
              <a:defRPr/>
            </a:lvl5pPr>
            <a:lvl6pPr marL="2743200" lvl="5" indent="-355600">
              <a:spcBef>
                <a:spcPts val="1000"/>
              </a:spcBef>
              <a:spcAft>
                <a:spcPts val="0"/>
              </a:spcAft>
              <a:buSzPts val="2000"/>
              <a:buChar char="■"/>
              <a:defRPr/>
            </a:lvl6pPr>
            <a:lvl7pPr marL="3200400" lvl="6" indent="-355600">
              <a:spcBef>
                <a:spcPts val="1000"/>
              </a:spcBef>
              <a:spcAft>
                <a:spcPts val="0"/>
              </a:spcAft>
              <a:buSzPts val="2000"/>
              <a:buChar char="●"/>
              <a:defRPr/>
            </a:lvl7pPr>
            <a:lvl8pPr marL="3657600" lvl="7" indent="-355600">
              <a:spcBef>
                <a:spcPts val="1000"/>
              </a:spcBef>
              <a:spcAft>
                <a:spcPts val="0"/>
              </a:spcAft>
              <a:buSzPts val="2000"/>
              <a:buChar char="○"/>
              <a:defRPr/>
            </a:lvl8pPr>
            <a:lvl9pPr marL="4114800" lvl="8" indent="-355600">
              <a:spcBef>
                <a:spcPts val="1000"/>
              </a:spcBef>
              <a:spcAft>
                <a:spcPts val="1000"/>
              </a:spcAft>
              <a:buSzPts val="2000"/>
              <a:buChar char="■"/>
              <a:defRPr/>
            </a:lvl9pPr>
          </a:lstStyle>
          <a:p>
            <a:endParaRPr/>
          </a:p>
        </p:txBody>
      </p:sp>
      <p:sp>
        <p:nvSpPr>
          <p:cNvPr id="22" name="Google Shape;22;p5"/>
          <p:cNvSpPr txBox="1">
            <a:spLocks noGrp="1"/>
          </p:cNvSpPr>
          <p:nvPr>
            <p:ph type="sldNum" idx="12"/>
          </p:nvPr>
        </p:nvSpPr>
        <p:spPr>
          <a:xfrm>
            <a:off x="152409" y="474990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2 columns" type="twoColTx">
  <p:cSld name="TITLE_AND_TWO_COLUMNS">
    <p:bg>
      <p:bgPr>
        <a:blipFill>
          <a:blip r:embed="rId2">
            <a:alphaModFix/>
          </a:blip>
          <a:stretch>
            <a:fillRect/>
          </a:stretch>
        </a:blipFill>
        <a:effectLst/>
      </p:bgPr>
    </p:bg>
    <p:spTree>
      <p:nvGrpSpPr>
        <p:cNvPr id="1" name="Shape 23"/>
        <p:cNvGrpSpPr/>
        <p:nvPr/>
      </p:nvGrpSpPr>
      <p:grpSpPr>
        <a:xfrm>
          <a:off x="0" y="0"/>
          <a:ext cx="0" cy="0"/>
          <a:chOff x="0" y="0"/>
          <a:chExt cx="0" cy="0"/>
        </a:xfrm>
      </p:grpSpPr>
      <p:sp>
        <p:nvSpPr>
          <p:cNvPr id="24" name="Google Shape;24;p6"/>
          <p:cNvSpPr txBox="1">
            <a:spLocks noGrp="1"/>
          </p:cNvSpPr>
          <p:nvPr>
            <p:ph type="title"/>
          </p:nvPr>
        </p:nvSpPr>
        <p:spPr>
          <a:xfrm>
            <a:off x="2854150" y="205975"/>
            <a:ext cx="5832600" cy="857400"/>
          </a:xfrm>
          <a:prstGeom prst="rect">
            <a:avLst/>
          </a:prstGeom>
        </p:spPr>
        <p:txBody>
          <a:bodyPr spcFirstLastPara="1" wrap="square" lIns="0" tIns="0" rIns="0" bIns="0"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25" name="Google Shape;25;p6"/>
          <p:cNvSpPr txBox="1">
            <a:spLocks noGrp="1"/>
          </p:cNvSpPr>
          <p:nvPr>
            <p:ph type="body" idx="1"/>
          </p:nvPr>
        </p:nvSpPr>
        <p:spPr>
          <a:xfrm>
            <a:off x="2854175" y="1333125"/>
            <a:ext cx="2831100" cy="3459600"/>
          </a:xfrm>
          <a:prstGeom prst="rect">
            <a:avLst/>
          </a:prstGeom>
        </p:spPr>
        <p:txBody>
          <a:bodyPr spcFirstLastPara="1" wrap="square" lIns="0" tIns="0" rIns="0" bIns="0" anchor="t" anchorCtr="0">
            <a:noAutofit/>
          </a:bodyPr>
          <a:lstStyle>
            <a:lvl1pPr marL="457200" lvl="0" indent="-342900">
              <a:spcBef>
                <a:spcPts val="0"/>
              </a:spcBef>
              <a:spcAft>
                <a:spcPts val="0"/>
              </a:spcAft>
              <a:buSzPts val="1800"/>
              <a:buChar char="⪢"/>
              <a:defRPr sz="1800"/>
            </a:lvl1pPr>
            <a:lvl2pPr marL="914400" lvl="1" indent="-342900">
              <a:spcBef>
                <a:spcPts val="1000"/>
              </a:spcBef>
              <a:spcAft>
                <a:spcPts val="0"/>
              </a:spcAft>
              <a:buSzPts val="1800"/>
              <a:buChar char="○"/>
              <a:defRPr sz="1800"/>
            </a:lvl2pPr>
            <a:lvl3pPr marL="1371600" lvl="2" indent="-342900">
              <a:spcBef>
                <a:spcPts val="1000"/>
              </a:spcBef>
              <a:spcAft>
                <a:spcPts val="0"/>
              </a:spcAft>
              <a:buSzPts val="1800"/>
              <a:buChar char="■"/>
              <a:defRPr sz="1800"/>
            </a:lvl3pPr>
            <a:lvl4pPr marL="1828800" lvl="3" indent="-342900">
              <a:spcBef>
                <a:spcPts val="1000"/>
              </a:spcBef>
              <a:spcAft>
                <a:spcPts val="0"/>
              </a:spcAft>
              <a:buSzPts val="1800"/>
              <a:buChar char="●"/>
              <a:defRPr sz="1800"/>
            </a:lvl4pPr>
            <a:lvl5pPr marL="2286000" lvl="4" indent="-342900">
              <a:spcBef>
                <a:spcPts val="1000"/>
              </a:spcBef>
              <a:spcAft>
                <a:spcPts val="0"/>
              </a:spcAft>
              <a:buSzPts val="1800"/>
              <a:buChar char="○"/>
              <a:defRPr sz="1800"/>
            </a:lvl5pPr>
            <a:lvl6pPr marL="2743200" lvl="5" indent="-342900">
              <a:spcBef>
                <a:spcPts val="1000"/>
              </a:spcBef>
              <a:spcAft>
                <a:spcPts val="0"/>
              </a:spcAft>
              <a:buSzPts val="1800"/>
              <a:buChar char="■"/>
              <a:defRPr sz="1800"/>
            </a:lvl6pPr>
            <a:lvl7pPr marL="3200400" lvl="6" indent="-342900">
              <a:spcBef>
                <a:spcPts val="1000"/>
              </a:spcBef>
              <a:spcAft>
                <a:spcPts val="0"/>
              </a:spcAft>
              <a:buSzPts val="1800"/>
              <a:buChar char="●"/>
              <a:defRPr sz="1800"/>
            </a:lvl7pPr>
            <a:lvl8pPr marL="3657600" lvl="7" indent="-342900">
              <a:spcBef>
                <a:spcPts val="1000"/>
              </a:spcBef>
              <a:spcAft>
                <a:spcPts val="0"/>
              </a:spcAft>
              <a:buSzPts val="1800"/>
              <a:buChar char="○"/>
              <a:defRPr sz="1800"/>
            </a:lvl8pPr>
            <a:lvl9pPr marL="4114800" lvl="8" indent="-342900">
              <a:spcBef>
                <a:spcPts val="1000"/>
              </a:spcBef>
              <a:spcAft>
                <a:spcPts val="1000"/>
              </a:spcAft>
              <a:buSzPts val="1800"/>
              <a:buChar char="■"/>
              <a:defRPr sz="1800"/>
            </a:lvl9pPr>
          </a:lstStyle>
          <a:p>
            <a:endParaRPr/>
          </a:p>
        </p:txBody>
      </p:sp>
      <p:sp>
        <p:nvSpPr>
          <p:cNvPr id="26" name="Google Shape;26;p6"/>
          <p:cNvSpPr txBox="1">
            <a:spLocks noGrp="1"/>
          </p:cNvSpPr>
          <p:nvPr>
            <p:ph type="body" idx="2"/>
          </p:nvPr>
        </p:nvSpPr>
        <p:spPr>
          <a:xfrm>
            <a:off x="5855725" y="1333125"/>
            <a:ext cx="2831100" cy="3459600"/>
          </a:xfrm>
          <a:prstGeom prst="rect">
            <a:avLst/>
          </a:prstGeom>
        </p:spPr>
        <p:txBody>
          <a:bodyPr spcFirstLastPara="1" wrap="square" lIns="0" tIns="0" rIns="0" bIns="0" anchor="t" anchorCtr="0">
            <a:noAutofit/>
          </a:bodyPr>
          <a:lstStyle>
            <a:lvl1pPr marL="457200" lvl="0" indent="-342900">
              <a:spcBef>
                <a:spcPts val="0"/>
              </a:spcBef>
              <a:spcAft>
                <a:spcPts val="0"/>
              </a:spcAft>
              <a:buSzPts val="1800"/>
              <a:buChar char="⪢"/>
              <a:defRPr sz="1800"/>
            </a:lvl1pPr>
            <a:lvl2pPr marL="914400" lvl="1" indent="-342900">
              <a:spcBef>
                <a:spcPts val="1000"/>
              </a:spcBef>
              <a:spcAft>
                <a:spcPts val="0"/>
              </a:spcAft>
              <a:buSzPts val="1800"/>
              <a:buChar char="○"/>
              <a:defRPr sz="1800"/>
            </a:lvl2pPr>
            <a:lvl3pPr marL="1371600" lvl="2" indent="-342900">
              <a:spcBef>
                <a:spcPts val="1000"/>
              </a:spcBef>
              <a:spcAft>
                <a:spcPts val="0"/>
              </a:spcAft>
              <a:buSzPts val="1800"/>
              <a:buChar char="■"/>
              <a:defRPr sz="1800"/>
            </a:lvl3pPr>
            <a:lvl4pPr marL="1828800" lvl="3" indent="-342900">
              <a:spcBef>
                <a:spcPts val="1000"/>
              </a:spcBef>
              <a:spcAft>
                <a:spcPts val="0"/>
              </a:spcAft>
              <a:buSzPts val="1800"/>
              <a:buChar char="●"/>
              <a:defRPr sz="1800"/>
            </a:lvl4pPr>
            <a:lvl5pPr marL="2286000" lvl="4" indent="-342900">
              <a:spcBef>
                <a:spcPts val="1000"/>
              </a:spcBef>
              <a:spcAft>
                <a:spcPts val="0"/>
              </a:spcAft>
              <a:buSzPts val="1800"/>
              <a:buChar char="○"/>
              <a:defRPr sz="1800"/>
            </a:lvl5pPr>
            <a:lvl6pPr marL="2743200" lvl="5" indent="-342900">
              <a:spcBef>
                <a:spcPts val="1000"/>
              </a:spcBef>
              <a:spcAft>
                <a:spcPts val="0"/>
              </a:spcAft>
              <a:buSzPts val="1800"/>
              <a:buChar char="■"/>
              <a:defRPr sz="1800"/>
            </a:lvl6pPr>
            <a:lvl7pPr marL="3200400" lvl="6" indent="-342900">
              <a:spcBef>
                <a:spcPts val="1000"/>
              </a:spcBef>
              <a:spcAft>
                <a:spcPts val="0"/>
              </a:spcAft>
              <a:buSzPts val="1800"/>
              <a:buChar char="●"/>
              <a:defRPr sz="1800"/>
            </a:lvl7pPr>
            <a:lvl8pPr marL="3657600" lvl="7" indent="-342900">
              <a:spcBef>
                <a:spcPts val="1000"/>
              </a:spcBef>
              <a:spcAft>
                <a:spcPts val="0"/>
              </a:spcAft>
              <a:buSzPts val="1800"/>
              <a:buChar char="○"/>
              <a:defRPr sz="1800"/>
            </a:lvl8pPr>
            <a:lvl9pPr marL="4114800" lvl="8" indent="-342900">
              <a:spcBef>
                <a:spcPts val="1000"/>
              </a:spcBef>
              <a:spcAft>
                <a:spcPts val="1000"/>
              </a:spcAft>
              <a:buSzPts val="1800"/>
              <a:buChar char="■"/>
              <a:defRPr sz="1800"/>
            </a:lvl9pPr>
          </a:lstStyle>
          <a:p>
            <a:endParaRPr/>
          </a:p>
        </p:txBody>
      </p:sp>
      <p:sp>
        <p:nvSpPr>
          <p:cNvPr id="27" name="Google Shape;27;p6"/>
          <p:cNvSpPr txBox="1">
            <a:spLocks noGrp="1"/>
          </p:cNvSpPr>
          <p:nvPr>
            <p:ph type="sldNum" idx="12"/>
          </p:nvPr>
        </p:nvSpPr>
        <p:spPr>
          <a:xfrm>
            <a:off x="152409" y="4749901"/>
            <a:ext cx="548700" cy="393600"/>
          </a:xfrm>
          <a:prstGeom prst="rect">
            <a:avLst/>
          </a:prstGeom>
        </p:spPr>
        <p:txBody>
          <a:bodyPr spcFirstLastPara="1" wrap="square" lIns="0" tIns="0" rIns="0" bIns="0"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 3 columns">
  <p:cSld name="TITLE_AND_TWO_COLUMNS_1">
    <p:bg>
      <p:bgPr>
        <a:blipFill>
          <a:blip r:embed="rId2">
            <a:alphaModFix/>
          </a:blip>
          <a:stretch>
            <a:fillRect/>
          </a:stretch>
        </a:blipFill>
        <a:effectLst/>
      </p:bgPr>
    </p:bg>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2854150" y="205975"/>
            <a:ext cx="5832600" cy="857400"/>
          </a:xfrm>
          <a:prstGeom prst="rect">
            <a:avLst/>
          </a:prstGeom>
        </p:spPr>
        <p:txBody>
          <a:bodyPr spcFirstLastPara="1" wrap="square" lIns="0" tIns="0" rIns="0" bIns="0" anchor="b" anchorCtr="0">
            <a:noAutofit/>
          </a:bodyPr>
          <a:lstStyle>
            <a:lvl1pPr lvl="0" rtl="0">
              <a:spcBef>
                <a:spcPts val="0"/>
              </a:spcBef>
              <a:spcAft>
                <a:spcPts val="0"/>
              </a:spcAft>
              <a:buSzPts val="2000"/>
              <a:buNone/>
              <a:defRPr/>
            </a:lvl1pPr>
            <a:lvl2pPr lvl="1" rtl="0">
              <a:spcBef>
                <a:spcPts val="0"/>
              </a:spcBef>
              <a:spcAft>
                <a:spcPts val="0"/>
              </a:spcAft>
              <a:buSzPts val="2000"/>
              <a:buNone/>
              <a:defRPr/>
            </a:lvl2pPr>
            <a:lvl3pPr lvl="2" rtl="0">
              <a:spcBef>
                <a:spcPts val="0"/>
              </a:spcBef>
              <a:spcAft>
                <a:spcPts val="0"/>
              </a:spcAft>
              <a:buSzPts val="2000"/>
              <a:buNone/>
              <a:defRPr/>
            </a:lvl3pPr>
            <a:lvl4pPr lvl="3" rtl="0">
              <a:spcBef>
                <a:spcPts val="0"/>
              </a:spcBef>
              <a:spcAft>
                <a:spcPts val="0"/>
              </a:spcAft>
              <a:buSzPts val="2000"/>
              <a:buNone/>
              <a:defRPr/>
            </a:lvl4pPr>
            <a:lvl5pPr lvl="4" rtl="0">
              <a:spcBef>
                <a:spcPts val="0"/>
              </a:spcBef>
              <a:spcAft>
                <a:spcPts val="0"/>
              </a:spcAft>
              <a:buSzPts val="2000"/>
              <a:buNone/>
              <a:defRPr/>
            </a:lvl5pPr>
            <a:lvl6pPr lvl="5" rtl="0">
              <a:spcBef>
                <a:spcPts val="0"/>
              </a:spcBef>
              <a:spcAft>
                <a:spcPts val="0"/>
              </a:spcAft>
              <a:buSzPts val="2000"/>
              <a:buNone/>
              <a:defRPr/>
            </a:lvl6pPr>
            <a:lvl7pPr lvl="6" rtl="0">
              <a:spcBef>
                <a:spcPts val="0"/>
              </a:spcBef>
              <a:spcAft>
                <a:spcPts val="0"/>
              </a:spcAft>
              <a:buSzPts val="2000"/>
              <a:buNone/>
              <a:defRPr/>
            </a:lvl7pPr>
            <a:lvl8pPr lvl="7" rtl="0">
              <a:spcBef>
                <a:spcPts val="0"/>
              </a:spcBef>
              <a:spcAft>
                <a:spcPts val="0"/>
              </a:spcAft>
              <a:buSzPts val="2000"/>
              <a:buNone/>
              <a:defRPr/>
            </a:lvl8pPr>
            <a:lvl9pPr lvl="8" rtl="0">
              <a:spcBef>
                <a:spcPts val="0"/>
              </a:spcBef>
              <a:spcAft>
                <a:spcPts val="0"/>
              </a:spcAft>
              <a:buSzPts val="2000"/>
              <a:buNone/>
              <a:defRPr/>
            </a:lvl9pPr>
          </a:lstStyle>
          <a:p>
            <a:endParaRPr/>
          </a:p>
        </p:txBody>
      </p:sp>
      <p:sp>
        <p:nvSpPr>
          <p:cNvPr id="30" name="Google Shape;30;p7"/>
          <p:cNvSpPr txBox="1">
            <a:spLocks noGrp="1"/>
          </p:cNvSpPr>
          <p:nvPr>
            <p:ph type="body" idx="1"/>
          </p:nvPr>
        </p:nvSpPr>
        <p:spPr>
          <a:xfrm>
            <a:off x="2854150" y="1333125"/>
            <a:ext cx="1859400" cy="3459600"/>
          </a:xfrm>
          <a:prstGeom prst="rect">
            <a:avLst/>
          </a:prstGeom>
        </p:spPr>
        <p:txBody>
          <a:bodyPr spcFirstLastPara="1" wrap="square" lIns="0" tIns="0" rIns="0" bIns="0" anchor="t" anchorCtr="0">
            <a:noAutofit/>
          </a:bodyPr>
          <a:lstStyle>
            <a:lvl1pPr marL="457200" lvl="0" indent="-330200" rtl="0">
              <a:spcBef>
                <a:spcPts val="0"/>
              </a:spcBef>
              <a:spcAft>
                <a:spcPts val="0"/>
              </a:spcAft>
              <a:buSzPts val="1600"/>
              <a:buChar char="⪢"/>
              <a:defRPr sz="1600"/>
            </a:lvl1pPr>
            <a:lvl2pPr marL="914400" lvl="1" indent="-330200" rtl="0">
              <a:spcBef>
                <a:spcPts val="1000"/>
              </a:spcBef>
              <a:spcAft>
                <a:spcPts val="0"/>
              </a:spcAft>
              <a:buSzPts val="1600"/>
              <a:buChar char="○"/>
              <a:defRPr sz="1600"/>
            </a:lvl2pPr>
            <a:lvl3pPr marL="1371600" lvl="2" indent="-330200" rtl="0">
              <a:spcBef>
                <a:spcPts val="1000"/>
              </a:spcBef>
              <a:spcAft>
                <a:spcPts val="0"/>
              </a:spcAft>
              <a:buSzPts val="1600"/>
              <a:buChar char="■"/>
              <a:defRPr sz="1600"/>
            </a:lvl3pPr>
            <a:lvl4pPr marL="1828800" lvl="3" indent="-330200" rtl="0">
              <a:spcBef>
                <a:spcPts val="1000"/>
              </a:spcBef>
              <a:spcAft>
                <a:spcPts val="0"/>
              </a:spcAft>
              <a:buSzPts val="1600"/>
              <a:buChar char="●"/>
              <a:defRPr sz="1600"/>
            </a:lvl4pPr>
            <a:lvl5pPr marL="2286000" lvl="4" indent="-330200" rtl="0">
              <a:spcBef>
                <a:spcPts val="1000"/>
              </a:spcBef>
              <a:spcAft>
                <a:spcPts val="0"/>
              </a:spcAft>
              <a:buSzPts val="1600"/>
              <a:buChar char="○"/>
              <a:defRPr sz="1600"/>
            </a:lvl5pPr>
            <a:lvl6pPr marL="2743200" lvl="5" indent="-330200" rtl="0">
              <a:spcBef>
                <a:spcPts val="1000"/>
              </a:spcBef>
              <a:spcAft>
                <a:spcPts val="0"/>
              </a:spcAft>
              <a:buSzPts val="1600"/>
              <a:buChar char="■"/>
              <a:defRPr sz="1600"/>
            </a:lvl6pPr>
            <a:lvl7pPr marL="3200400" lvl="6" indent="-330200" rtl="0">
              <a:spcBef>
                <a:spcPts val="1000"/>
              </a:spcBef>
              <a:spcAft>
                <a:spcPts val="0"/>
              </a:spcAft>
              <a:buSzPts val="1600"/>
              <a:buChar char="●"/>
              <a:defRPr sz="1600"/>
            </a:lvl7pPr>
            <a:lvl8pPr marL="3657600" lvl="7" indent="-330200" rtl="0">
              <a:spcBef>
                <a:spcPts val="1000"/>
              </a:spcBef>
              <a:spcAft>
                <a:spcPts val="0"/>
              </a:spcAft>
              <a:buSzPts val="1600"/>
              <a:buChar char="○"/>
              <a:defRPr sz="1600"/>
            </a:lvl8pPr>
            <a:lvl9pPr marL="4114800" lvl="8" indent="-330200" rtl="0">
              <a:spcBef>
                <a:spcPts val="1000"/>
              </a:spcBef>
              <a:spcAft>
                <a:spcPts val="1000"/>
              </a:spcAft>
              <a:buSzPts val="1600"/>
              <a:buChar char="■"/>
              <a:defRPr sz="1600"/>
            </a:lvl9pPr>
          </a:lstStyle>
          <a:p>
            <a:endParaRPr/>
          </a:p>
        </p:txBody>
      </p:sp>
      <p:sp>
        <p:nvSpPr>
          <p:cNvPr id="31" name="Google Shape;31;p7"/>
          <p:cNvSpPr txBox="1">
            <a:spLocks noGrp="1"/>
          </p:cNvSpPr>
          <p:nvPr>
            <p:ph type="body" idx="2"/>
          </p:nvPr>
        </p:nvSpPr>
        <p:spPr>
          <a:xfrm>
            <a:off x="4808736" y="1333125"/>
            <a:ext cx="1859400" cy="3459600"/>
          </a:xfrm>
          <a:prstGeom prst="rect">
            <a:avLst/>
          </a:prstGeom>
        </p:spPr>
        <p:txBody>
          <a:bodyPr spcFirstLastPara="1" wrap="square" lIns="0" tIns="0" rIns="0" bIns="0" anchor="t" anchorCtr="0">
            <a:noAutofit/>
          </a:bodyPr>
          <a:lstStyle>
            <a:lvl1pPr marL="457200" lvl="0" indent="-330200" rtl="0">
              <a:spcBef>
                <a:spcPts val="0"/>
              </a:spcBef>
              <a:spcAft>
                <a:spcPts val="0"/>
              </a:spcAft>
              <a:buSzPts val="1600"/>
              <a:buChar char="⪢"/>
              <a:defRPr sz="1600"/>
            </a:lvl1pPr>
            <a:lvl2pPr marL="914400" lvl="1" indent="-330200" rtl="0">
              <a:spcBef>
                <a:spcPts val="1000"/>
              </a:spcBef>
              <a:spcAft>
                <a:spcPts val="0"/>
              </a:spcAft>
              <a:buSzPts val="1600"/>
              <a:buChar char="○"/>
              <a:defRPr sz="1600"/>
            </a:lvl2pPr>
            <a:lvl3pPr marL="1371600" lvl="2" indent="-330200" rtl="0">
              <a:spcBef>
                <a:spcPts val="1000"/>
              </a:spcBef>
              <a:spcAft>
                <a:spcPts val="0"/>
              </a:spcAft>
              <a:buSzPts val="1600"/>
              <a:buChar char="■"/>
              <a:defRPr sz="1600"/>
            </a:lvl3pPr>
            <a:lvl4pPr marL="1828800" lvl="3" indent="-330200" rtl="0">
              <a:spcBef>
                <a:spcPts val="1000"/>
              </a:spcBef>
              <a:spcAft>
                <a:spcPts val="0"/>
              </a:spcAft>
              <a:buSzPts val="1600"/>
              <a:buChar char="●"/>
              <a:defRPr sz="1600"/>
            </a:lvl4pPr>
            <a:lvl5pPr marL="2286000" lvl="4" indent="-330200" rtl="0">
              <a:spcBef>
                <a:spcPts val="1000"/>
              </a:spcBef>
              <a:spcAft>
                <a:spcPts val="0"/>
              </a:spcAft>
              <a:buSzPts val="1600"/>
              <a:buChar char="○"/>
              <a:defRPr sz="1600"/>
            </a:lvl5pPr>
            <a:lvl6pPr marL="2743200" lvl="5" indent="-330200" rtl="0">
              <a:spcBef>
                <a:spcPts val="1000"/>
              </a:spcBef>
              <a:spcAft>
                <a:spcPts val="0"/>
              </a:spcAft>
              <a:buSzPts val="1600"/>
              <a:buChar char="■"/>
              <a:defRPr sz="1600"/>
            </a:lvl6pPr>
            <a:lvl7pPr marL="3200400" lvl="6" indent="-330200" rtl="0">
              <a:spcBef>
                <a:spcPts val="1000"/>
              </a:spcBef>
              <a:spcAft>
                <a:spcPts val="0"/>
              </a:spcAft>
              <a:buSzPts val="1600"/>
              <a:buChar char="●"/>
              <a:defRPr sz="1600"/>
            </a:lvl7pPr>
            <a:lvl8pPr marL="3657600" lvl="7" indent="-330200" rtl="0">
              <a:spcBef>
                <a:spcPts val="1000"/>
              </a:spcBef>
              <a:spcAft>
                <a:spcPts val="0"/>
              </a:spcAft>
              <a:buSzPts val="1600"/>
              <a:buChar char="○"/>
              <a:defRPr sz="1600"/>
            </a:lvl8pPr>
            <a:lvl9pPr marL="4114800" lvl="8" indent="-330200" rtl="0">
              <a:spcBef>
                <a:spcPts val="1000"/>
              </a:spcBef>
              <a:spcAft>
                <a:spcPts val="1000"/>
              </a:spcAft>
              <a:buSzPts val="1600"/>
              <a:buChar char="■"/>
              <a:defRPr sz="1600"/>
            </a:lvl9pPr>
          </a:lstStyle>
          <a:p>
            <a:endParaRPr/>
          </a:p>
        </p:txBody>
      </p:sp>
      <p:sp>
        <p:nvSpPr>
          <p:cNvPr id="32" name="Google Shape;32;p7"/>
          <p:cNvSpPr txBox="1">
            <a:spLocks noGrp="1"/>
          </p:cNvSpPr>
          <p:nvPr>
            <p:ph type="body" idx="3"/>
          </p:nvPr>
        </p:nvSpPr>
        <p:spPr>
          <a:xfrm>
            <a:off x="6763323" y="1333125"/>
            <a:ext cx="1859400" cy="3459600"/>
          </a:xfrm>
          <a:prstGeom prst="rect">
            <a:avLst/>
          </a:prstGeom>
        </p:spPr>
        <p:txBody>
          <a:bodyPr spcFirstLastPara="1" wrap="square" lIns="0" tIns="0" rIns="0" bIns="0" anchor="t" anchorCtr="0">
            <a:noAutofit/>
          </a:bodyPr>
          <a:lstStyle>
            <a:lvl1pPr marL="457200" lvl="0" indent="-330200" rtl="0">
              <a:spcBef>
                <a:spcPts val="0"/>
              </a:spcBef>
              <a:spcAft>
                <a:spcPts val="0"/>
              </a:spcAft>
              <a:buSzPts val="1600"/>
              <a:buChar char="⪢"/>
              <a:defRPr sz="1600"/>
            </a:lvl1pPr>
            <a:lvl2pPr marL="914400" lvl="1" indent="-330200" rtl="0">
              <a:spcBef>
                <a:spcPts val="1000"/>
              </a:spcBef>
              <a:spcAft>
                <a:spcPts val="0"/>
              </a:spcAft>
              <a:buSzPts val="1600"/>
              <a:buChar char="○"/>
              <a:defRPr sz="1600"/>
            </a:lvl2pPr>
            <a:lvl3pPr marL="1371600" lvl="2" indent="-330200" rtl="0">
              <a:spcBef>
                <a:spcPts val="1000"/>
              </a:spcBef>
              <a:spcAft>
                <a:spcPts val="0"/>
              </a:spcAft>
              <a:buSzPts val="1600"/>
              <a:buChar char="■"/>
              <a:defRPr sz="1600"/>
            </a:lvl3pPr>
            <a:lvl4pPr marL="1828800" lvl="3" indent="-330200" rtl="0">
              <a:spcBef>
                <a:spcPts val="1000"/>
              </a:spcBef>
              <a:spcAft>
                <a:spcPts val="0"/>
              </a:spcAft>
              <a:buSzPts val="1600"/>
              <a:buChar char="●"/>
              <a:defRPr sz="1600"/>
            </a:lvl4pPr>
            <a:lvl5pPr marL="2286000" lvl="4" indent="-330200" rtl="0">
              <a:spcBef>
                <a:spcPts val="1000"/>
              </a:spcBef>
              <a:spcAft>
                <a:spcPts val="0"/>
              </a:spcAft>
              <a:buSzPts val="1600"/>
              <a:buChar char="○"/>
              <a:defRPr sz="1600"/>
            </a:lvl5pPr>
            <a:lvl6pPr marL="2743200" lvl="5" indent="-330200" rtl="0">
              <a:spcBef>
                <a:spcPts val="1000"/>
              </a:spcBef>
              <a:spcAft>
                <a:spcPts val="0"/>
              </a:spcAft>
              <a:buSzPts val="1600"/>
              <a:buChar char="■"/>
              <a:defRPr sz="1600"/>
            </a:lvl6pPr>
            <a:lvl7pPr marL="3200400" lvl="6" indent="-330200" rtl="0">
              <a:spcBef>
                <a:spcPts val="1000"/>
              </a:spcBef>
              <a:spcAft>
                <a:spcPts val="0"/>
              </a:spcAft>
              <a:buSzPts val="1600"/>
              <a:buChar char="●"/>
              <a:defRPr sz="1600"/>
            </a:lvl7pPr>
            <a:lvl8pPr marL="3657600" lvl="7" indent="-330200" rtl="0">
              <a:spcBef>
                <a:spcPts val="1000"/>
              </a:spcBef>
              <a:spcAft>
                <a:spcPts val="0"/>
              </a:spcAft>
              <a:buSzPts val="1600"/>
              <a:buChar char="○"/>
              <a:defRPr sz="1600"/>
            </a:lvl8pPr>
            <a:lvl9pPr marL="4114800" lvl="8" indent="-330200" rtl="0">
              <a:spcBef>
                <a:spcPts val="1000"/>
              </a:spcBef>
              <a:spcAft>
                <a:spcPts val="1000"/>
              </a:spcAft>
              <a:buSzPts val="1600"/>
              <a:buChar char="■"/>
              <a:defRPr sz="1600"/>
            </a:lvl9pPr>
          </a:lstStyle>
          <a:p>
            <a:endParaRPr/>
          </a:p>
        </p:txBody>
      </p:sp>
      <p:sp>
        <p:nvSpPr>
          <p:cNvPr id="33" name="Google Shape;33;p7"/>
          <p:cNvSpPr txBox="1">
            <a:spLocks noGrp="1"/>
          </p:cNvSpPr>
          <p:nvPr>
            <p:ph type="sldNum" idx="12"/>
          </p:nvPr>
        </p:nvSpPr>
        <p:spPr>
          <a:xfrm>
            <a:off x="152409" y="4749901"/>
            <a:ext cx="548700" cy="393600"/>
          </a:xfrm>
          <a:prstGeom prst="rect">
            <a:avLst/>
          </a:prstGeom>
        </p:spPr>
        <p:txBody>
          <a:bodyPr spcFirstLastPara="1" wrap="square" lIns="0" tIns="0" rIns="0" bIns="0"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blipFill>
          <a:blip r:embed="rId2">
            <a:alphaModFix/>
          </a:blip>
          <a:stretch>
            <a:fillRect/>
          </a:stretch>
        </a:blipFill>
        <a:effectLst/>
      </p:bgPr>
    </p:bg>
    <p:spTree>
      <p:nvGrpSpPr>
        <p:cNvPr id="1" name="Shape 34"/>
        <p:cNvGrpSpPr/>
        <p:nvPr/>
      </p:nvGrpSpPr>
      <p:grpSpPr>
        <a:xfrm>
          <a:off x="0" y="0"/>
          <a:ext cx="0" cy="0"/>
          <a:chOff x="0" y="0"/>
          <a:chExt cx="0" cy="0"/>
        </a:xfrm>
      </p:grpSpPr>
      <p:sp>
        <p:nvSpPr>
          <p:cNvPr id="35" name="Google Shape;35;p8"/>
          <p:cNvSpPr txBox="1">
            <a:spLocks noGrp="1"/>
          </p:cNvSpPr>
          <p:nvPr>
            <p:ph type="title"/>
          </p:nvPr>
        </p:nvSpPr>
        <p:spPr>
          <a:xfrm>
            <a:off x="4115700" y="205975"/>
            <a:ext cx="4571100" cy="857400"/>
          </a:xfrm>
          <a:prstGeom prst="rect">
            <a:avLst/>
          </a:prstGeom>
        </p:spPr>
        <p:txBody>
          <a:bodyPr spcFirstLastPara="1" wrap="square" lIns="0" tIns="0" rIns="0" bIns="0" anchor="b" anchorCtr="0">
            <a:noAutofit/>
          </a:bodyPr>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36" name="Google Shape;36;p8"/>
          <p:cNvSpPr txBox="1">
            <a:spLocks noGrp="1"/>
          </p:cNvSpPr>
          <p:nvPr>
            <p:ph type="sldNum" idx="12"/>
          </p:nvPr>
        </p:nvSpPr>
        <p:spPr>
          <a:xfrm>
            <a:off x="152409" y="474990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
        <p:cNvGrpSpPr/>
        <p:nvPr/>
      </p:nvGrpSpPr>
      <p:grpSpPr>
        <a:xfrm>
          <a:off x="0" y="0"/>
          <a:ext cx="0" cy="0"/>
          <a:chOff x="0" y="0"/>
          <a:chExt cx="0" cy="0"/>
        </a:xfrm>
      </p:grpSpPr>
      <p:sp>
        <p:nvSpPr>
          <p:cNvPr id="41" name="Google Shape;41;p10"/>
          <p:cNvSpPr txBox="1">
            <a:spLocks noGrp="1"/>
          </p:cNvSpPr>
          <p:nvPr>
            <p:ph type="sldNum" idx="12"/>
          </p:nvPr>
        </p:nvSpPr>
        <p:spPr>
          <a:xfrm>
            <a:off x="152409" y="4749901"/>
            <a:ext cx="548700" cy="393600"/>
          </a:xfrm>
          <a:prstGeom prst="rect">
            <a:avLst/>
          </a:prstGeom>
        </p:spPr>
        <p:txBody>
          <a:bodyPr spcFirstLastPara="1" wrap="square" lIns="0" tIns="0" rIns="0" bIns="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Watercolor texture">
  <p:cSld name="BLANK_1">
    <p:bg>
      <p:bgPr>
        <a:solidFill>
          <a:schemeClr val="lt1"/>
        </a:solidFill>
        <a:effectLst/>
      </p:bgPr>
    </p:bg>
    <p:spTree>
      <p:nvGrpSpPr>
        <p:cNvPr id="1" name="Shape 42"/>
        <p:cNvGrpSpPr/>
        <p:nvPr/>
      </p:nvGrpSpPr>
      <p:grpSpPr>
        <a:xfrm>
          <a:off x="0" y="0"/>
          <a:ext cx="0" cy="0"/>
          <a:chOff x="0" y="0"/>
          <a:chExt cx="0" cy="0"/>
        </a:xfrm>
      </p:grpSpPr>
      <p:pic>
        <p:nvPicPr>
          <p:cNvPr id="43" name="Google Shape;43;p11"/>
          <p:cNvPicPr preferRelativeResize="0"/>
          <p:nvPr/>
        </p:nvPicPr>
        <p:blipFill>
          <a:blip r:embed="rId2">
            <a:alphaModFix/>
          </a:blip>
          <a:stretch>
            <a:fillRect/>
          </a:stretch>
        </p:blipFill>
        <p:spPr>
          <a:xfrm>
            <a:off x="0" y="0"/>
            <a:ext cx="9144000" cy="5143500"/>
          </a:xfrm>
          <a:prstGeom prst="rect">
            <a:avLst/>
          </a:prstGeom>
          <a:noFill/>
          <a:ln>
            <a:noFill/>
          </a:ln>
        </p:spPr>
      </p:pic>
      <p:sp>
        <p:nvSpPr>
          <p:cNvPr id="44" name="Google Shape;44;p11"/>
          <p:cNvSpPr txBox="1">
            <a:spLocks noGrp="1"/>
          </p:cNvSpPr>
          <p:nvPr>
            <p:ph type="sldNum" idx="12"/>
          </p:nvPr>
        </p:nvSpPr>
        <p:spPr>
          <a:xfrm>
            <a:off x="152409" y="4749901"/>
            <a:ext cx="548700" cy="393600"/>
          </a:xfrm>
          <a:prstGeom prst="rect">
            <a:avLst/>
          </a:prstGeom>
        </p:spPr>
        <p:txBody>
          <a:bodyPr spcFirstLastPara="1" wrap="square" lIns="0" tIns="0" rIns="0" bIns="0"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blipFill>
          <a:blip r:embed="rId10">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15700" y="205975"/>
            <a:ext cx="4571100" cy="857400"/>
          </a:xfrm>
          <a:prstGeom prst="rect">
            <a:avLst/>
          </a:prstGeom>
          <a:noFill/>
          <a:ln>
            <a:noFill/>
          </a:ln>
        </p:spPr>
        <p:txBody>
          <a:bodyPr spcFirstLastPara="1" wrap="square" lIns="0" tIns="0" rIns="0" bIns="0" anchor="b" anchorCtr="0">
            <a:noAutofit/>
          </a:bodyPr>
          <a:lstStyle>
            <a:lvl1pPr lvl="0">
              <a:spcBef>
                <a:spcPts val="0"/>
              </a:spcBef>
              <a:spcAft>
                <a:spcPts val="0"/>
              </a:spcAft>
              <a:buClr>
                <a:schemeClr val="accent3"/>
              </a:buClr>
              <a:buSzPts val="2000"/>
              <a:buFont typeface="Kalam"/>
              <a:buNone/>
              <a:defRPr sz="2000">
                <a:solidFill>
                  <a:schemeClr val="accent3"/>
                </a:solidFill>
                <a:latin typeface="Kalam"/>
                <a:ea typeface="Kalam"/>
                <a:cs typeface="Kalam"/>
                <a:sym typeface="Kalam"/>
              </a:defRPr>
            </a:lvl1pPr>
            <a:lvl2pPr lvl="1">
              <a:spcBef>
                <a:spcPts val="0"/>
              </a:spcBef>
              <a:spcAft>
                <a:spcPts val="0"/>
              </a:spcAft>
              <a:buClr>
                <a:schemeClr val="accent3"/>
              </a:buClr>
              <a:buSzPts val="2000"/>
              <a:buFont typeface="Kalam"/>
              <a:buNone/>
              <a:defRPr sz="2000">
                <a:solidFill>
                  <a:schemeClr val="accent3"/>
                </a:solidFill>
                <a:latin typeface="Kalam"/>
                <a:ea typeface="Kalam"/>
                <a:cs typeface="Kalam"/>
                <a:sym typeface="Kalam"/>
              </a:defRPr>
            </a:lvl2pPr>
            <a:lvl3pPr lvl="2">
              <a:spcBef>
                <a:spcPts val="0"/>
              </a:spcBef>
              <a:spcAft>
                <a:spcPts val="0"/>
              </a:spcAft>
              <a:buClr>
                <a:schemeClr val="accent3"/>
              </a:buClr>
              <a:buSzPts val="2000"/>
              <a:buFont typeface="Kalam"/>
              <a:buNone/>
              <a:defRPr sz="2000">
                <a:solidFill>
                  <a:schemeClr val="accent3"/>
                </a:solidFill>
                <a:latin typeface="Kalam"/>
                <a:ea typeface="Kalam"/>
                <a:cs typeface="Kalam"/>
                <a:sym typeface="Kalam"/>
              </a:defRPr>
            </a:lvl3pPr>
            <a:lvl4pPr lvl="3">
              <a:spcBef>
                <a:spcPts val="0"/>
              </a:spcBef>
              <a:spcAft>
                <a:spcPts val="0"/>
              </a:spcAft>
              <a:buClr>
                <a:schemeClr val="accent3"/>
              </a:buClr>
              <a:buSzPts val="2000"/>
              <a:buFont typeface="Kalam"/>
              <a:buNone/>
              <a:defRPr sz="2000">
                <a:solidFill>
                  <a:schemeClr val="accent3"/>
                </a:solidFill>
                <a:latin typeface="Kalam"/>
                <a:ea typeface="Kalam"/>
                <a:cs typeface="Kalam"/>
                <a:sym typeface="Kalam"/>
              </a:defRPr>
            </a:lvl4pPr>
            <a:lvl5pPr lvl="4">
              <a:spcBef>
                <a:spcPts val="0"/>
              </a:spcBef>
              <a:spcAft>
                <a:spcPts val="0"/>
              </a:spcAft>
              <a:buClr>
                <a:schemeClr val="accent3"/>
              </a:buClr>
              <a:buSzPts val="2000"/>
              <a:buFont typeface="Kalam"/>
              <a:buNone/>
              <a:defRPr sz="2000">
                <a:solidFill>
                  <a:schemeClr val="accent3"/>
                </a:solidFill>
                <a:latin typeface="Kalam"/>
                <a:ea typeface="Kalam"/>
                <a:cs typeface="Kalam"/>
                <a:sym typeface="Kalam"/>
              </a:defRPr>
            </a:lvl5pPr>
            <a:lvl6pPr lvl="5">
              <a:spcBef>
                <a:spcPts val="0"/>
              </a:spcBef>
              <a:spcAft>
                <a:spcPts val="0"/>
              </a:spcAft>
              <a:buClr>
                <a:schemeClr val="accent3"/>
              </a:buClr>
              <a:buSzPts val="2000"/>
              <a:buFont typeface="Kalam"/>
              <a:buNone/>
              <a:defRPr sz="2000">
                <a:solidFill>
                  <a:schemeClr val="accent3"/>
                </a:solidFill>
                <a:latin typeface="Kalam"/>
                <a:ea typeface="Kalam"/>
                <a:cs typeface="Kalam"/>
                <a:sym typeface="Kalam"/>
              </a:defRPr>
            </a:lvl6pPr>
            <a:lvl7pPr lvl="6">
              <a:spcBef>
                <a:spcPts val="0"/>
              </a:spcBef>
              <a:spcAft>
                <a:spcPts val="0"/>
              </a:spcAft>
              <a:buClr>
                <a:schemeClr val="accent3"/>
              </a:buClr>
              <a:buSzPts val="2000"/>
              <a:buFont typeface="Kalam"/>
              <a:buNone/>
              <a:defRPr sz="2000">
                <a:solidFill>
                  <a:schemeClr val="accent3"/>
                </a:solidFill>
                <a:latin typeface="Kalam"/>
                <a:ea typeface="Kalam"/>
                <a:cs typeface="Kalam"/>
                <a:sym typeface="Kalam"/>
              </a:defRPr>
            </a:lvl7pPr>
            <a:lvl8pPr lvl="7">
              <a:spcBef>
                <a:spcPts val="0"/>
              </a:spcBef>
              <a:spcAft>
                <a:spcPts val="0"/>
              </a:spcAft>
              <a:buClr>
                <a:schemeClr val="accent3"/>
              </a:buClr>
              <a:buSzPts val="2000"/>
              <a:buFont typeface="Kalam"/>
              <a:buNone/>
              <a:defRPr sz="2000">
                <a:solidFill>
                  <a:schemeClr val="accent3"/>
                </a:solidFill>
                <a:latin typeface="Kalam"/>
                <a:ea typeface="Kalam"/>
                <a:cs typeface="Kalam"/>
                <a:sym typeface="Kalam"/>
              </a:defRPr>
            </a:lvl8pPr>
            <a:lvl9pPr lvl="8">
              <a:spcBef>
                <a:spcPts val="0"/>
              </a:spcBef>
              <a:spcAft>
                <a:spcPts val="0"/>
              </a:spcAft>
              <a:buClr>
                <a:schemeClr val="accent3"/>
              </a:buClr>
              <a:buSzPts val="2000"/>
              <a:buFont typeface="Kalam"/>
              <a:buNone/>
              <a:defRPr sz="2000">
                <a:solidFill>
                  <a:schemeClr val="accent3"/>
                </a:solidFill>
                <a:latin typeface="Kalam"/>
                <a:ea typeface="Kalam"/>
                <a:cs typeface="Kalam"/>
                <a:sym typeface="Kalam"/>
              </a:defRPr>
            </a:lvl9pPr>
          </a:lstStyle>
          <a:p>
            <a:endParaRPr/>
          </a:p>
        </p:txBody>
      </p:sp>
      <p:sp>
        <p:nvSpPr>
          <p:cNvPr id="7" name="Google Shape;7;p1"/>
          <p:cNvSpPr txBox="1">
            <a:spLocks noGrp="1"/>
          </p:cNvSpPr>
          <p:nvPr>
            <p:ph type="body" idx="1"/>
          </p:nvPr>
        </p:nvSpPr>
        <p:spPr>
          <a:xfrm>
            <a:off x="4115700" y="1338300"/>
            <a:ext cx="4571100" cy="3411600"/>
          </a:xfrm>
          <a:prstGeom prst="rect">
            <a:avLst/>
          </a:prstGeom>
          <a:noFill/>
          <a:ln>
            <a:noFill/>
          </a:ln>
        </p:spPr>
        <p:txBody>
          <a:bodyPr spcFirstLastPara="1" wrap="square" lIns="0" tIns="0" rIns="0" bIns="0" anchor="t" anchorCtr="0">
            <a:noAutofit/>
          </a:bodyPr>
          <a:lstStyle>
            <a:lvl1pPr marL="457200" lvl="0" indent="-355600">
              <a:lnSpc>
                <a:spcPct val="115000"/>
              </a:lnSpc>
              <a:spcBef>
                <a:spcPts val="0"/>
              </a:spcBef>
              <a:spcAft>
                <a:spcPts val="0"/>
              </a:spcAft>
              <a:buClr>
                <a:schemeClr val="accent4"/>
              </a:buClr>
              <a:buSzPts val="2000"/>
              <a:buFont typeface="Merriweather"/>
              <a:buChar char="⪢"/>
              <a:defRPr sz="2000">
                <a:solidFill>
                  <a:schemeClr val="dk1"/>
                </a:solidFill>
                <a:latin typeface="Merriweather"/>
                <a:ea typeface="Merriweather"/>
                <a:cs typeface="Merriweather"/>
                <a:sym typeface="Merriweather"/>
              </a:defRPr>
            </a:lvl1pPr>
            <a:lvl2pPr marL="914400" lvl="1" indent="-355600">
              <a:lnSpc>
                <a:spcPct val="115000"/>
              </a:lnSpc>
              <a:spcBef>
                <a:spcPts val="1000"/>
              </a:spcBef>
              <a:spcAft>
                <a:spcPts val="0"/>
              </a:spcAft>
              <a:buClr>
                <a:schemeClr val="accent4"/>
              </a:buClr>
              <a:buSzPts val="2000"/>
              <a:buFont typeface="Merriweather"/>
              <a:buChar char="○"/>
              <a:defRPr sz="2000">
                <a:solidFill>
                  <a:schemeClr val="dk1"/>
                </a:solidFill>
                <a:latin typeface="Merriweather"/>
                <a:ea typeface="Merriweather"/>
                <a:cs typeface="Merriweather"/>
                <a:sym typeface="Merriweather"/>
              </a:defRPr>
            </a:lvl2pPr>
            <a:lvl3pPr marL="1371600" lvl="2" indent="-355600">
              <a:lnSpc>
                <a:spcPct val="115000"/>
              </a:lnSpc>
              <a:spcBef>
                <a:spcPts val="1000"/>
              </a:spcBef>
              <a:spcAft>
                <a:spcPts val="0"/>
              </a:spcAft>
              <a:buClr>
                <a:schemeClr val="accent4"/>
              </a:buClr>
              <a:buSzPts val="2000"/>
              <a:buFont typeface="Merriweather"/>
              <a:buChar char="■"/>
              <a:defRPr sz="2000">
                <a:solidFill>
                  <a:schemeClr val="dk1"/>
                </a:solidFill>
                <a:latin typeface="Merriweather"/>
                <a:ea typeface="Merriweather"/>
                <a:cs typeface="Merriweather"/>
                <a:sym typeface="Merriweather"/>
              </a:defRPr>
            </a:lvl3pPr>
            <a:lvl4pPr marL="1828800" lvl="3" indent="-355600">
              <a:lnSpc>
                <a:spcPct val="115000"/>
              </a:lnSpc>
              <a:spcBef>
                <a:spcPts val="1000"/>
              </a:spcBef>
              <a:spcAft>
                <a:spcPts val="0"/>
              </a:spcAft>
              <a:buClr>
                <a:schemeClr val="dk1"/>
              </a:buClr>
              <a:buSzPts val="2000"/>
              <a:buFont typeface="Merriweather"/>
              <a:buChar char="●"/>
              <a:defRPr sz="2000">
                <a:solidFill>
                  <a:schemeClr val="dk1"/>
                </a:solidFill>
                <a:latin typeface="Merriweather"/>
                <a:ea typeface="Merriweather"/>
                <a:cs typeface="Merriweather"/>
                <a:sym typeface="Merriweather"/>
              </a:defRPr>
            </a:lvl4pPr>
            <a:lvl5pPr marL="2286000" lvl="4" indent="-355600">
              <a:lnSpc>
                <a:spcPct val="115000"/>
              </a:lnSpc>
              <a:spcBef>
                <a:spcPts val="1000"/>
              </a:spcBef>
              <a:spcAft>
                <a:spcPts val="0"/>
              </a:spcAft>
              <a:buClr>
                <a:schemeClr val="dk1"/>
              </a:buClr>
              <a:buSzPts val="2000"/>
              <a:buFont typeface="Merriweather"/>
              <a:buChar char="○"/>
              <a:defRPr sz="2000">
                <a:solidFill>
                  <a:schemeClr val="dk1"/>
                </a:solidFill>
                <a:latin typeface="Merriweather"/>
                <a:ea typeface="Merriweather"/>
                <a:cs typeface="Merriweather"/>
                <a:sym typeface="Merriweather"/>
              </a:defRPr>
            </a:lvl5pPr>
            <a:lvl6pPr marL="2743200" lvl="5" indent="-355600">
              <a:lnSpc>
                <a:spcPct val="115000"/>
              </a:lnSpc>
              <a:spcBef>
                <a:spcPts val="1000"/>
              </a:spcBef>
              <a:spcAft>
                <a:spcPts val="0"/>
              </a:spcAft>
              <a:buClr>
                <a:schemeClr val="dk1"/>
              </a:buClr>
              <a:buSzPts val="2000"/>
              <a:buFont typeface="Merriweather"/>
              <a:buChar char="■"/>
              <a:defRPr sz="2000">
                <a:solidFill>
                  <a:schemeClr val="dk1"/>
                </a:solidFill>
                <a:latin typeface="Merriweather"/>
                <a:ea typeface="Merriweather"/>
                <a:cs typeface="Merriweather"/>
                <a:sym typeface="Merriweather"/>
              </a:defRPr>
            </a:lvl6pPr>
            <a:lvl7pPr marL="3200400" lvl="6" indent="-355600">
              <a:lnSpc>
                <a:spcPct val="115000"/>
              </a:lnSpc>
              <a:spcBef>
                <a:spcPts val="1000"/>
              </a:spcBef>
              <a:spcAft>
                <a:spcPts val="0"/>
              </a:spcAft>
              <a:buClr>
                <a:schemeClr val="dk1"/>
              </a:buClr>
              <a:buSzPts val="2000"/>
              <a:buFont typeface="Merriweather"/>
              <a:buChar char="●"/>
              <a:defRPr sz="2000">
                <a:solidFill>
                  <a:schemeClr val="dk1"/>
                </a:solidFill>
                <a:latin typeface="Merriweather"/>
                <a:ea typeface="Merriweather"/>
                <a:cs typeface="Merriweather"/>
                <a:sym typeface="Merriweather"/>
              </a:defRPr>
            </a:lvl7pPr>
            <a:lvl8pPr marL="3657600" lvl="7" indent="-355600">
              <a:lnSpc>
                <a:spcPct val="115000"/>
              </a:lnSpc>
              <a:spcBef>
                <a:spcPts val="1000"/>
              </a:spcBef>
              <a:spcAft>
                <a:spcPts val="0"/>
              </a:spcAft>
              <a:buClr>
                <a:schemeClr val="dk1"/>
              </a:buClr>
              <a:buSzPts val="2000"/>
              <a:buFont typeface="Merriweather"/>
              <a:buChar char="○"/>
              <a:defRPr sz="2000">
                <a:solidFill>
                  <a:schemeClr val="dk1"/>
                </a:solidFill>
                <a:latin typeface="Merriweather"/>
                <a:ea typeface="Merriweather"/>
                <a:cs typeface="Merriweather"/>
                <a:sym typeface="Merriweather"/>
              </a:defRPr>
            </a:lvl8pPr>
            <a:lvl9pPr marL="4114800" lvl="8" indent="-355600">
              <a:lnSpc>
                <a:spcPct val="115000"/>
              </a:lnSpc>
              <a:spcBef>
                <a:spcPts val="1000"/>
              </a:spcBef>
              <a:spcAft>
                <a:spcPts val="1000"/>
              </a:spcAft>
              <a:buClr>
                <a:schemeClr val="dk1"/>
              </a:buClr>
              <a:buSzPts val="2000"/>
              <a:buFont typeface="Merriweather"/>
              <a:buChar char="■"/>
              <a:defRPr sz="2000">
                <a:solidFill>
                  <a:schemeClr val="dk1"/>
                </a:solidFill>
                <a:latin typeface="Merriweather"/>
                <a:ea typeface="Merriweather"/>
                <a:cs typeface="Merriweather"/>
                <a:sym typeface="Merriweather"/>
              </a:defRPr>
            </a:lvl9pPr>
          </a:lstStyle>
          <a:p>
            <a:endParaRPr/>
          </a:p>
        </p:txBody>
      </p:sp>
      <p:sp>
        <p:nvSpPr>
          <p:cNvPr id="8" name="Google Shape;8;p1"/>
          <p:cNvSpPr txBox="1">
            <a:spLocks noGrp="1"/>
          </p:cNvSpPr>
          <p:nvPr>
            <p:ph type="sldNum" idx="12"/>
          </p:nvPr>
        </p:nvSpPr>
        <p:spPr>
          <a:xfrm>
            <a:off x="152409" y="4749901"/>
            <a:ext cx="548700" cy="393600"/>
          </a:xfrm>
          <a:prstGeom prst="rect">
            <a:avLst/>
          </a:prstGeom>
          <a:noFill/>
          <a:ln>
            <a:noFill/>
          </a:ln>
        </p:spPr>
        <p:txBody>
          <a:bodyPr spcFirstLastPara="1" wrap="square" lIns="0" tIns="0" rIns="0" bIns="0" anchor="ctr" anchorCtr="0">
            <a:noAutofit/>
          </a:bodyPr>
          <a:lstStyle>
            <a:lvl1pPr lvl="0">
              <a:buNone/>
              <a:defRPr sz="1300">
                <a:solidFill>
                  <a:schemeClr val="accent1"/>
                </a:solidFill>
                <a:latin typeface="Kalam"/>
                <a:ea typeface="Kalam"/>
                <a:cs typeface="Kalam"/>
                <a:sym typeface="Kalam"/>
              </a:defRPr>
            </a:lvl1pPr>
            <a:lvl2pPr lvl="1">
              <a:buNone/>
              <a:defRPr sz="1300">
                <a:solidFill>
                  <a:schemeClr val="accent1"/>
                </a:solidFill>
                <a:latin typeface="Kalam"/>
                <a:ea typeface="Kalam"/>
                <a:cs typeface="Kalam"/>
                <a:sym typeface="Kalam"/>
              </a:defRPr>
            </a:lvl2pPr>
            <a:lvl3pPr lvl="2">
              <a:buNone/>
              <a:defRPr sz="1300">
                <a:solidFill>
                  <a:schemeClr val="accent1"/>
                </a:solidFill>
                <a:latin typeface="Kalam"/>
                <a:ea typeface="Kalam"/>
                <a:cs typeface="Kalam"/>
                <a:sym typeface="Kalam"/>
              </a:defRPr>
            </a:lvl3pPr>
            <a:lvl4pPr lvl="3">
              <a:buNone/>
              <a:defRPr sz="1300">
                <a:solidFill>
                  <a:schemeClr val="accent1"/>
                </a:solidFill>
                <a:latin typeface="Kalam"/>
                <a:ea typeface="Kalam"/>
                <a:cs typeface="Kalam"/>
                <a:sym typeface="Kalam"/>
              </a:defRPr>
            </a:lvl4pPr>
            <a:lvl5pPr lvl="4">
              <a:buNone/>
              <a:defRPr sz="1300">
                <a:solidFill>
                  <a:schemeClr val="accent1"/>
                </a:solidFill>
                <a:latin typeface="Kalam"/>
                <a:ea typeface="Kalam"/>
                <a:cs typeface="Kalam"/>
                <a:sym typeface="Kalam"/>
              </a:defRPr>
            </a:lvl5pPr>
            <a:lvl6pPr lvl="5">
              <a:buNone/>
              <a:defRPr sz="1300">
                <a:solidFill>
                  <a:schemeClr val="accent1"/>
                </a:solidFill>
                <a:latin typeface="Kalam"/>
                <a:ea typeface="Kalam"/>
                <a:cs typeface="Kalam"/>
                <a:sym typeface="Kalam"/>
              </a:defRPr>
            </a:lvl6pPr>
            <a:lvl7pPr lvl="6">
              <a:buNone/>
              <a:defRPr sz="1300">
                <a:solidFill>
                  <a:schemeClr val="accent1"/>
                </a:solidFill>
                <a:latin typeface="Kalam"/>
                <a:ea typeface="Kalam"/>
                <a:cs typeface="Kalam"/>
                <a:sym typeface="Kalam"/>
              </a:defRPr>
            </a:lvl7pPr>
            <a:lvl8pPr lvl="7">
              <a:buNone/>
              <a:defRPr sz="1300">
                <a:solidFill>
                  <a:schemeClr val="accent1"/>
                </a:solidFill>
                <a:latin typeface="Kalam"/>
                <a:ea typeface="Kalam"/>
                <a:cs typeface="Kalam"/>
                <a:sym typeface="Kalam"/>
              </a:defRPr>
            </a:lvl8pPr>
            <a:lvl9pPr lvl="8">
              <a:buNone/>
              <a:defRPr sz="1300">
                <a:solidFill>
                  <a:schemeClr val="accent1"/>
                </a:solidFill>
                <a:latin typeface="Kalam"/>
                <a:ea typeface="Kalam"/>
                <a:cs typeface="Kalam"/>
                <a:sym typeface="Kalam"/>
              </a:defRPr>
            </a:lvl9pPr>
          </a:lstStyle>
          <a:p>
            <a:pPr marL="0" lvl="0" indent="0" algn="l"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2" r:id="rId4"/>
    <p:sldLayoutId id="2147483653" r:id="rId5"/>
    <p:sldLayoutId id="2147483654" r:id="rId6"/>
    <p:sldLayoutId id="2147483656" r:id="rId7"/>
    <p:sldLayoutId id="2147483657" r:id="rId8"/>
  </p:sldLayoutIdLst>
  <p:transition>
    <p:fade thruBlk="1"/>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hyperlink" Target="https://www.noaa.gov/" TargetMode="External"/><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hyperlink" Target="https://www.jma.go.jp/jma/indexe.htm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hyperlink" Target="https://github.com/andycen-da/MachineLearning-ClimateWins/tree/main" TargetMode="Externa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
        <p:cNvGrpSpPr/>
        <p:nvPr/>
      </p:nvGrpSpPr>
      <p:grpSpPr>
        <a:xfrm>
          <a:off x="0" y="0"/>
          <a:ext cx="0" cy="0"/>
          <a:chOff x="0" y="0"/>
          <a:chExt cx="0" cy="0"/>
        </a:xfrm>
      </p:grpSpPr>
      <p:sp>
        <p:nvSpPr>
          <p:cNvPr id="49" name="Google Shape;49;p12"/>
          <p:cNvSpPr txBox="1">
            <a:spLocks noGrp="1"/>
          </p:cNvSpPr>
          <p:nvPr>
            <p:ph type="ctrTitle"/>
          </p:nvPr>
        </p:nvSpPr>
        <p:spPr>
          <a:xfrm>
            <a:off x="4498700" y="1558265"/>
            <a:ext cx="4226100" cy="11598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sz="3200" dirty="0">
                <a:latin typeface="High Tower Text" panose="02040502050506030303" pitchFamily="18" charset="0"/>
              </a:rPr>
              <a:t>Weather Conditions and Climate Change Analysis with ClimateWins</a:t>
            </a:r>
            <a:endParaRPr sz="3200" dirty="0">
              <a:latin typeface="High Tower Text" panose="02040502050506030303" pitchFamily="18" charset="0"/>
            </a:endParaRPr>
          </a:p>
        </p:txBody>
      </p:sp>
      <p:sp>
        <p:nvSpPr>
          <p:cNvPr id="2" name="TextBox 1">
            <a:extLst>
              <a:ext uri="{FF2B5EF4-FFF2-40B4-BE49-F238E27FC236}">
                <a16:creationId xmlns:a16="http://schemas.microsoft.com/office/drawing/2014/main" id="{8E6E44E1-0B40-F8DA-94FD-863DE942A6D3}"/>
              </a:ext>
            </a:extLst>
          </p:cNvPr>
          <p:cNvSpPr txBox="1"/>
          <p:nvPr/>
        </p:nvSpPr>
        <p:spPr>
          <a:xfrm>
            <a:off x="6134100" y="4244340"/>
            <a:ext cx="3604260" cy="307777"/>
          </a:xfrm>
          <a:prstGeom prst="rect">
            <a:avLst/>
          </a:prstGeom>
          <a:noFill/>
        </p:spPr>
        <p:txBody>
          <a:bodyPr wrap="square" rtlCol="0">
            <a:spAutoFit/>
          </a:bodyPr>
          <a:lstStyle/>
          <a:p>
            <a:pPr algn="ctr"/>
            <a:r>
              <a:rPr lang="en-US" dirty="0">
                <a:solidFill>
                  <a:schemeClr val="tx1"/>
                </a:solidFill>
                <a:latin typeface="High Tower Text" panose="02040502050506030303" pitchFamily="18" charset="0"/>
              </a:rPr>
              <a:t>ANDY CEN</a:t>
            </a:r>
          </a:p>
        </p:txBody>
      </p:sp>
    </p:spTree>
  </p:cSld>
  <p:clrMapOvr>
    <a:masterClrMapping/>
  </p:clrMapOvr>
  <p:transition advTm="10085">
    <p:fade thruBlk="1"/>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B99D515-785E-F30D-AC3B-56B14657BD84}"/>
              </a:ext>
            </a:extLst>
          </p:cNvPr>
          <p:cNvSpPr>
            <a:spLocks noGrp="1"/>
          </p:cNvSpPr>
          <p:nvPr>
            <p:ph type="ctrTitle"/>
          </p:nvPr>
        </p:nvSpPr>
        <p:spPr>
          <a:xfrm>
            <a:off x="4115700" y="205975"/>
            <a:ext cx="4571100" cy="857400"/>
          </a:xfrm>
        </p:spPr>
        <p:txBody>
          <a:bodyPr wrap="square" anchor="ctr">
            <a:normAutofit/>
          </a:bodyPr>
          <a:lstStyle/>
          <a:p>
            <a:r>
              <a:rPr lang="en-US" dirty="0">
                <a:latin typeface="High Tower Text" panose="02040502050506030303" pitchFamily="18" charset="0"/>
              </a:rPr>
              <a:t>Contents</a:t>
            </a:r>
          </a:p>
        </p:txBody>
      </p:sp>
      <p:sp>
        <p:nvSpPr>
          <p:cNvPr id="12" name="Slide Number Placeholder 3" hidden="1">
            <a:extLst>
              <a:ext uri="{FF2B5EF4-FFF2-40B4-BE49-F238E27FC236}">
                <a16:creationId xmlns:a16="http://schemas.microsoft.com/office/drawing/2014/main" id="{6BCC9B5E-0B8C-0D9C-B68B-6C506828E536}"/>
              </a:ext>
            </a:extLst>
          </p:cNvPr>
          <p:cNvSpPr>
            <a:spLocks noGrp="1"/>
          </p:cNvSpPr>
          <p:nvPr>
            <p:ph type="sldNum" idx="4294967295"/>
          </p:nvPr>
        </p:nvSpPr>
        <p:spPr>
          <a:xfrm>
            <a:off x="152409" y="4749901"/>
            <a:ext cx="548700" cy="393600"/>
          </a:xfrm>
        </p:spPr>
        <p:txBody>
          <a:bodyPr/>
          <a:lstStyle/>
          <a:p>
            <a:pPr marL="0" lvl="0" indent="0" algn="l" rtl="0">
              <a:spcBef>
                <a:spcPts val="0"/>
              </a:spcBef>
              <a:spcAft>
                <a:spcPts val="600"/>
              </a:spcAft>
              <a:buNone/>
            </a:pPr>
            <a:fld id="{00000000-1234-1234-1234-123412341234}" type="slidenum">
              <a:rPr lang="en"/>
              <a:pPr marL="0" lvl="0" indent="0" algn="l" rtl="0">
                <a:spcBef>
                  <a:spcPts val="0"/>
                </a:spcBef>
                <a:spcAft>
                  <a:spcPts val="600"/>
                </a:spcAft>
                <a:buNone/>
              </a:pPr>
              <a:t>2</a:t>
            </a:fld>
            <a:endParaRPr lang="en"/>
          </a:p>
        </p:txBody>
      </p:sp>
      <p:graphicFrame>
        <p:nvGraphicFramePr>
          <p:cNvPr id="15" name="Text Placeholder 2">
            <a:extLst>
              <a:ext uri="{FF2B5EF4-FFF2-40B4-BE49-F238E27FC236}">
                <a16:creationId xmlns:a16="http://schemas.microsoft.com/office/drawing/2014/main" id="{20AFC05E-F348-748E-1170-DAFE061CF9A5}"/>
              </a:ext>
            </a:extLst>
          </p:cNvPr>
          <p:cNvGraphicFramePr/>
          <p:nvPr>
            <p:extLst>
              <p:ext uri="{D42A27DB-BD31-4B8C-83A1-F6EECF244321}">
                <p14:modId xmlns:p14="http://schemas.microsoft.com/office/powerpoint/2010/main" val="3146706018"/>
              </p:ext>
            </p:extLst>
          </p:nvPr>
        </p:nvGraphicFramePr>
        <p:xfrm>
          <a:off x="4115700" y="1253875"/>
          <a:ext cx="4571100" cy="3264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17944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title"/>
          </p:nvPr>
        </p:nvSpPr>
        <p:spPr>
          <a:xfrm>
            <a:off x="2854150" y="205975"/>
            <a:ext cx="5832600" cy="8574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3200" dirty="0">
                <a:latin typeface="High Tower Text" panose="02040502050506030303" pitchFamily="18" charset="0"/>
              </a:rPr>
              <a:t>Project Goals</a:t>
            </a:r>
            <a:endParaRPr sz="3200" dirty="0">
              <a:latin typeface="High Tower Text" panose="02040502050506030303" pitchFamily="18" charset="0"/>
            </a:endParaRPr>
          </a:p>
        </p:txBody>
      </p:sp>
      <p:sp>
        <p:nvSpPr>
          <p:cNvPr id="56" name="Google Shape;56;p13"/>
          <p:cNvSpPr txBox="1">
            <a:spLocks noGrp="1"/>
          </p:cNvSpPr>
          <p:nvPr>
            <p:ph type="body" idx="1"/>
          </p:nvPr>
        </p:nvSpPr>
        <p:spPr>
          <a:xfrm>
            <a:off x="2819835" y="1419841"/>
            <a:ext cx="5901230" cy="3459600"/>
          </a:xfrm>
          <a:prstGeom prst="rect">
            <a:avLst/>
          </a:prstGeom>
        </p:spPr>
        <p:txBody>
          <a:bodyPr spcFirstLastPara="1" wrap="square" lIns="0" tIns="0" rIns="0" bIns="0" anchor="t" anchorCtr="0">
            <a:noAutofit/>
          </a:bodyPr>
          <a:lstStyle/>
          <a:p>
            <a:pPr marL="0" indent="0">
              <a:buNone/>
            </a:pPr>
            <a:r>
              <a:rPr lang="en-US" sz="1400" b="1" dirty="0">
                <a:solidFill>
                  <a:schemeClr val="bg2"/>
                </a:solidFill>
                <a:latin typeface="Times New Roman" panose="02020603050405020304" pitchFamily="18" charset="0"/>
                <a:cs typeface="Times New Roman" panose="02020603050405020304" pitchFamily="18" charset="0"/>
              </a:rPr>
              <a:t>Goal: </a:t>
            </a:r>
            <a:r>
              <a:rPr lang="en-US" sz="1400" i="1" dirty="0" err="1">
                <a:solidFill>
                  <a:schemeClr val="bg2"/>
                </a:solidFill>
                <a:latin typeface="Times New Roman" panose="02020603050405020304" pitchFamily="18" charset="0"/>
                <a:cs typeface="Times New Roman" panose="02020603050405020304" pitchFamily="18" charset="0"/>
              </a:rPr>
              <a:t>ClimateWins</a:t>
            </a:r>
            <a:r>
              <a:rPr lang="en-US" sz="1400" dirty="0">
                <a:solidFill>
                  <a:schemeClr val="bg2"/>
                </a:solidFill>
                <a:latin typeface="Times New Roman" panose="02020603050405020304" pitchFamily="18" charset="0"/>
                <a:cs typeface="Times New Roman" panose="02020603050405020304" pitchFamily="18" charset="0"/>
              </a:rPr>
              <a:t> is interested in using machine learning to </a:t>
            </a:r>
            <a:r>
              <a:rPr lang="en-US" sz="1400" b="1" dirty="0">
                <a:solidFill>
                  <a:schemeClr val="bg2"/>
                </a:solidFill>
                <a:latin typeface="Times New Roman" panose="02020603050405020304" pitchFamily="18" charset="0"/>
                <a:cs typeface="Times New Roman" panose="02020603050405020304" pitchFamily="18" charset="0"/>
              </a:rPr>
              <a:t>help predict the consequences of climate change </a:t>
            </a:r>
            <a:r>
              <a:rPr lang="en-US" sz="1400" dirty="0">
                <a:solidFill>
                  <a:schemeClr val="bg2"/>
                </a:solidFill>
                <a:latin typeface="Times New Roman" panose="02020603050405020304" pitchFamily="18" charset="0"/>
                <a:cs typeface="Times New Roman" panose="02020603050405020304" pitchFamily="18" charset="0"/>
              </a:rPr>
              <a:t>around Europe and, potentially, the world.</a:t>
            </a:r>
          </a:p>
          <a:p>
            <a:pPr marL="0" indent="0">
              <a:buNone/>
            </a:pPr>
            <a:endParaRPr lang="en-US" sz="1400" dirty="0">
              <a:solidFill>
                <a:schemeClr val="bg2"/>
              </a:solidFill>
              <a:latin typeface="Times New Roman" panose="02020603050405020304" pitchFamily="18" charset="0"/>
              <a:cs typeface="Times New Roman" panose="02020603050405020304" pitchFamily="18" charset="0"/>
            </a:endParaRPr>
          </a:p>
          <a:p>
            <a:pPr marL="0" indent="0">
              <a:buNone/>
            </a:pPr>
            <a:r>
              <a:rPr lang="en-US" sz="1400" b="1" dirty="0">
                <a:solidFill>
                  <a:schemeClr val="bg2"/>
                </a:solidFill>
                <a:latin typeface="Times New Roman" panose="02020603050405020304" pitchFamily="18" charset="0"/>
                <a:cs typeface="Times New Roman" panose="02020603050405020304" pitchFamily="18" charset="0"/>
              </a:rPr>
              <a:t>Motivation</a:t>
            </a:r>
            <a:r>
              <a:rPr lang="en-US" sz="1400" b="1">
                <a:solidFill>
                  <a:schemeClr val="bg2"/>
                </a:solidFill>
                <a:latin typeface="Times New Roman" panose="02020603050405020304" pitchFamily="18" charset="0"/>
                <a:cs typeface="Times New Roman" panose="02020603050405020304" pitchFamily="18" charset="0"/>
              </a:rPr>
              <a:t>: </a:t>
            </a:r>
            <a:r>
              <a:rPr lang="en-US" sz="1400">
                <a:solidFill>
                  <a:schemeClr val="bg2"/>
                </a:solidFill>
                <a:latin typeface="Times New Roman" panose="02020603050405020304" pitchFamily="18" charset="0"/>
                <a:cs typeface="Times New Roman" panose="02020603050405020304" pitchFamily="18" charset="0"/>
              </a:rPr>
              <a:t>ClimateWins has </a:t>
            </a:r>
            <a:r>
              <a:rPr lang="en-US" sz="1400" dirty="0">
                <a:solidFill>
                  <a:schemeClr val="bg2"/>
                </a:solidFill>
                <a:latin typeface="Times New Roman" panose="02020603050405020304" pitchFamily="18" charset="0"/>
                <a:cs typeface="Times New Roman" panose="02020603050405020304" pitchFamily="18" charset="0"/>
              </a:rPr>
              <a:t>been sorting through </a:t>
            </a:r>
            <a:r>
              <a:rPr lang="en-US" sz="1400" b="1" dirty="0">
                <a:solidFill>
                  <a:schemeClr val="bg2"/>
                </a:solidFill>
                <a:latin typeface="Times New Roman" panose="02020603050405020304" pitchFamily="18" charset="0"/>
                <a:cs typeface="Times New Roman" panose="02020603050405020304" pitchFamily="18" charset="0"/>
              </a:rPr>
              <a:t>hurricane predictions </a:t>
            </a:r>
            <a:r>
              <a:rPr lang="en-US" sz="1400" dirty="0">
                <a:solidFill>
                  <a:schemeClr val="bg2"/>
                </a:solidFill>
                <a:latin typeface="Times New Roman" panose="02020603050405020304" pitchFamily="18" charset="0"/>
                <a:cs typeface="Times New Roman" panose="02020603050405020304" pitchFamily="18" charset="0"/>
              </a:rPr>
              <a:t>from </a:t>
            </a:r>
            <a:r>
              <a:rPr lang="en-US" sz="1400" dirty="0">
                <a:solidFill>
                  <a:schemeClr val="accent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The National Oceanic and Atmospheric Administration (NOAA) </a:t>
            </a:r>
            <a:r>
              <a:rPr lang="en-US" sz="1400" dirty="0">
                <a:solidFill>
                  <a:schemeClr val="bg2"/>
                </a:solidFill>
                <a:latin typeface="Times New Roman" panose="02020603050405020304" pitchFamily="18" charset="0"/>
                <a:cs typeface="Times New Roman" panose="02020603050405020304" pitchFamily="18" charset="0"/>
              </a:rPr>
              <a:t>in the U.S., typhoon data from </a:t>
            </a:r>
            <a:r>
              <a:rPr lang="en-US" sz="1400" dirty="0">
                <a:solidFill>
                  <a:schemeClr val="accent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val="tx"/>
                    </a:ext>
                  </a:extLst>
                </a:hlinkClick>
              </a:rPr>
              <a:t>The Japan Meteorological Agency (JMA) </a:t>
            </a:r>
            <a:r>
              <a:rPr lang="en-US" sz="1400" dirty="0">
                <a:solidFill>
                  <a:schemeClr val="bg2"/>
                </a:solidFill>
                <a:latin typeface="Times New Roman" panose="02020603050405020304" pitchFamily="18" charset="0"/>
                <a:cs typeface="Times New Roman" panose="02020603050405020304" pitchFamily="18" charset="0"/>
              </a:rPr>
              <a:t>in Japan, world temperatures, and a great deal of other data.</a:t>
            </a:r>
          </a:p>
          <a:p>
            <a:pPr marL="0" indent="0">
              <a:buNone/>
            </a:pPr>
            <a:endParaRPr lang="en-US" sz="1400" dirty="0">
              <a:solidFill>
                <a:schemeClr val="bg2"/>
              </a:solidFill>
              <a:latin typeface="Times New Roman" panose="02020603050405020304" pitchFamily="18" charset="0"/>
              <a:cs typeface="Times New Roman" panose="02020603050405020304" pitchFamily="18" charset="0"/>
            </a:endParaRPr>
          </a:p>
          <a:p>
            <a:pPr marL="0" indent="0">
              <a:buNone/>
            </a:pPr>
            <a:r>
              <a:rPr lang="en-US" sz="1400" b="1" dirty="0">
                <a:solidFill>
                  <a:schemeClr val="bg2"/>
                </a:solidFill>
                <a:latin typeface="Times New Roman" panose="02020603050405020304" pitchFamily="18" charset="0"/>
                <a:cs typeface="Times New Roman" panose="02020603050405020304" pitchFamily="18" charset="0"/>
              </a:rPr>
              <a:t>Objective: </a:t>
            </a:r>
            <a:r>
              <a:rPr lang="en-US" sz="1400" dirty="0">
                <a:solidFill>
                  <a:schemeClr val="bg2"/>
                </a:solidFill>
                <a:latin typeface="Times New Roman" panose="02020603050405020304" pitchFamily="18" charset="0"/>
                <a:cs typeface="Times New Roman" panose="02020603050405020304" pitchFamily="18" charset="0"/>
              </a:rPr>
              <a:t>In this project, I will use </a:t>
            </a:r>
            <a:r>
              <a:rPr lang="en-US" sz="1400" b="1" dirty="0">
                <a:solidFill>
                  <a:schemeClr val="bg2"/>
                </a:solidFill>
                <a:latin typeface="Times New Roman" panose="02020603050405020304" pitchFamily="18" charset="0"/>
                <a:cs typeface="Times New Roman" panose="02020603050405020304" pitchFamily="18" charset="0"/>
              </a:rPr>
              <a:t>machine learning </a:t>
            </a:r>
            <a:r>
              <a:rPr lang="en-US" sz="1400" dirty="0">
                <a:solidFill>
                  <a:schemeClr val="bg2"/>
                </a:solidFill>
                <a:latin typeface="Times New Roman" panose="02020603050405020304" pitchFamily="18" charset="0"/>
                <a:cs typeface="Times New Roman" panose="02020603050405020304" pitchFamily="18" charset="0"/>
              </a:rPr>
              <a:t>to </a:t>
            </a:r>
            <a:r>
              <a:rPr lang="en-US" sz="1400" b="1" dirty="0">
                <a:solidFill>
                  <a:schemeClr val="bg2"/>
                </a:solidFill>
                <a:latin typeface="Times New Roman" panose="02020603050405020304" pitchFamily="18" charset="0"/>
                <a:cs typeface="Times New Roman" panose="02020603050405020304" pitchFamily="18" charset="0"/>
              </a:rPr>
              <a:t>help predict the consequences of climate change </a:t>
            </a:r>
            <a:r>
              <a:rPr lang="en-US" sz="1400" dirty="0">
                <a:solidFill>
                  <a:schemeClr val="bg2"/>
                </a:solidFill>
                <a:latin typeface="Times New Roman" panose="02020603050405020304" pitchFamily="18" charset="0"/>
                <a:cs typeface="Times New Roman" panose="02020603050405020304" pitchFamily="18" charset="0"/>
              </a:rPr>
              <a:t>while working as a </a:t>
            </a:r>
            <a:r>
              <a:rPr lang="en-US" sz="1400" b="1" dirty="0">
                <a:solidFill>
                  <a:schemeClr val="bg2"/>
                </a:solidFill>
                <a:latin typeface="Times New Roman" panose="02020603050405020304" pitchFamily="18" charset="0"/>
                <a:cs typeface="Times New Roman" panose="02020603050405020304" pitchFamily="18" charset="0"/>
              </a:rPr>
              <a:t>data analyst </a:t>
            </a:r>
            <a:r>
              <a:rPr lang="en-US" sz="1400" dirty="0">
                <a:solidFill>
                  <a:schemeClr val="bg2"/>
                </a:solidFill>
                <a:latin typeface="Times New Roman" panose="02020603050405020304" pitchFamily="18" charset="0"/>
                <a:cs typeface="Times New Roman" panose="02020603050405020304" pitchFamily="18" charset="0"/>
              </a:rPr>
              <a:t>at a European nonprofit organization.</a:t>
            </a:r>
          </a:p>
          <a:p>
            <a:pPr marL="285750" indent="-285750">
              <a:buFont typeface="Arial" panose="020B0604020202020204" pitchFamily="34" charset="0"/>
              <a:buChar char="•"/>
            </a:pPr>
            <a:endParaRPr lang="en-US" sz="1400" dirty="0">
              <a:solidFill>
                <a:schemeClr val="bg2"/>
              </a:solidFill>
              <a:latin typeface="Times New Roman" panose="02020603050405020304" pitchFamily="18" charset="0"/>
              <a:cs typeface="Times New Roman" panose="02020603050405020304" pitchFamily="18" charset="0"/>
            </a:endParaRPr>
          </a:p>
          <a:p>
            <a:pPr marL="0" indent="0">
              <a:buNone/>
            </a:pPr>
            <a:endParaRPr lang="en-US" sz="1400" dirty="0">
              <a:latin typeface="Times New Roman" panose="02020603050405020304" pitchFamily="18" charset="0"/>
              <a:cs typeface="Times New Roman" panose="02020603050405020304" pitchFamily="18" charset="0"/>
            </a:endParaRPr>
          </a:p>
        </p:txBody>
      </p:sp>
    </p:spTree>
  </p:cSld>
  <p:clrMapOvr>
    <a:masterClrMapping/>
  </p:clrMapOvr>
  <p:transition advTm="43574">
    <p:fade thruBlk="1"/>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ctrTitle" idx="4294967295"/>
          </p:nvPr>
        </p:nvSpPr>
        <p:spPr>
          <a:xfrm>
            <a:off x="5291180" y="326050"/>
            <a:ext cx="4258500" cy="7977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4000" dirty="0">
                <a:latin typeface="High Tower Text" panose="02040502050506030303" pitchFamily="18" charset="0"/>
              </a:rPr>
              <a:t>Hypotheses</a:t>
            </a:r>
            <a:endParaRPr sz="4000" dirty="0">
              <a:latin typeface="High Tower Text" panose="02040502050506030303" pitchFamily="18" charset="0"/>
            </a:endParaRPr>
          </a:p>
        </p:txBody>
      </p:sp>
      <p:sp>
        <p:nvSpPr>
          <p:cNvPr id="64" name="Google Shape;64;p14"/>
          <p:cNvSpPr txBox="1">
            <a:spLocks noGrp="1"/>
          </p:cNvSpPr>
          <p:nvPr>
            <p:ph type="subTitle" idx="4294967295"/>
          </p:nvPr>
        </p:nvSpPr>
        <p:spPr>
          <a:xfrm>
            <a:off x="4572000" y="1434051"/>
            <a:ext cx="4258500" cy="2166600"/>
          </a:xfrm>
          <a:prstGeom prst="rect">
            <a:avLst/>
          </a:prstGeom>
        </p:spPr>
        <p:txBody>
          <a:bodyPr spcFirstLastPara="1" wrap="square" lIns="0" tIns="0" rIns="0" bIns="0" anchor="t" anchorCtr="0">
            <a:noAutofit/>
          </a:bodyPr>
          <a:lstStyle/>
          <a:p>
            <a:pPr lvl="0">
              <a:buFont typeface="Arial" panose="020B0604020202020204" pitchFamily="34" charset="0"/>
              <a:buChar char="•"/>
            </a:pPr>
            <a:r>
              <a:rPr lang="en-US" sz="1400" dirty="0">
                <a:solidFill>
                  <a:schemeClr val="bg2"/>
                </a:solidFill>
                <a:latin typeface="Times New Roman" panose="02020603050405020304" pitchFamily="18" charset="0"/>
                <a:cs typeface="Times New Roman" panose="02020603050405020304" pitchFamily="18" charset="0"/>
              </a:rPr>
              <a:t>The accuracy of weather predictions will vary depending on the geographic location, as climate conditions differ from each region.</a:t>
            </a:r>
          </a:p>
          <a:p>
            <a:pPr marL="101600" lvl="0" indent="0">
              <a:buNone/>
            </a:pPr>
            <a:endParaRPr lang="en-US" sz="1400" dirty="0">
              <a:solidFill>
                <a:schemeClr val="bg2"/>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US" sz="1400" dirty="0">
                <a:solidFill>
                  <a:schemeClr val="bg2"/>
                </a:solidFill>
                <a:latin typeface="Times New Roman" panose="02020603050405020304" pitchFamily="18" charset="0"/>
                <a:cs typeface="Times New Roman" panose="02020603050405020304" pitchFamily="18" charset="0"/>
              </a:rPr>
              <a:t>Machine Learning Algorithms can accurately predict future weather conditions.</a:t>
            </a:r>
          </a:p>
          <a:p>
            <a:pPr marL="101600" lvl="0" indent="0">
              <a:buNone/>
            </a:pPr>
            <a:endParaRPr lang="en-US" sz="1400" dirty="0">
              <a:solidFill>
                <a:schemeClr val="bg2"/>
              </a:solidFill>
              <a:latin typeface="Times New Roman" panose="02020603050405020304" pitchFamily="18" charset="0"/>
              <a:cs typeface="Times New Roman" panose="02020603050405020304" pitchFamily="18" charset="0"/>
            </a:endParaRPr>
          </a:p>
          <a:p>
            <a:pPr lvl="0">
              <a:buFont typeface="Arial" panose="020B0604020202020204" pitchFamily="34" charset="0"/>
              <a:buChar char="•"/>
            </a:pPr>
            <a:r>
              <a:rPr lang="en-US" sz="1400" dirty="0">
                <a:solidFill>
                  <a:schemeClr val="bg2"/>
                </a:solidFill>
                <a:latin typeface="Times New Roman" panose="02020603050405020304" pitchFamily="18" charset="0"/>
                <a:cs typeface="Times New Roman" panose="02020603050405020304" pitchFamily="18" charset="0"/>
              </a:rPr>
              <a:t>Extreme weather events, which have increased over the past 10 to 20 years, can be predicted and planned for using advanced tools like machine learning.</a:t>
            </a:r>
          </a:p>
        </p:txBody>
      </p:sp>
    </p:spTree>
  </p:cSld>
  <p:clrMapOvr>
    <a:masterClrMapping/>
  </p:clrMapOvr>
  <p:transition advTm="31685">
    <p:fade thruBlk="1"/>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chemeClr val="accent4"/>
            </a:gs>
          </a:gsLst>
          <a:lin ang="2698631" scaled="0"/>
        </a:gradFill>
        <a:effectLst/>
      </p:bgPr>
    </p:bg>
    <p:spTree>
      <p:nvGrpSpPr>
        <p:cNvPr id="1" name="Shape 381"/>
        <p:cNvGrpSpPr/>
        <p:nvPr/>
      </p:nvGrpSpPr>
      <p:grpSpPr>
        <a:xfrm>
          <a:off x="0" y="0"/>
          <a:ext cx="0" cy="0"/>
          <a:chOff x="0" y="0"/>
          <a:chExt cx="0" cy="0"/>
        </a:xfrm>
      </p:grpSpPr>
      <p:sp>
        <p:nvSpPr>
          <p:cNvPr id="383" name="Google Shape;383;p41"/>
          <p:cNvSpPr/>
          <p:nvPr/>
        </p:nvSpPr>
        <p:spPr>
          <a:xfrm>
            <a:off x="708250" y="1375100"/>
            <a:ext cx="3793500" cy="1428900"/>
          </a:xfrm>
          <a:prstGeom prst="rect">
            <a:avLst/>
          </a:prstGeom>
          <a:solidFill>
            <a:srgbClr val="FFFFFF">
              <a:alpha val="13970"/>
            </a:srgbClr>
          </a:solidFill>
          <a:ln>
            <a:noFill/>
          </a:ln>
        </p:spPr>
        <p:txBody>
          <a:bodyPr spcFirstLastPara="1" wrap="square" lIns="91425" tIns="91425" rIns="1371600" bIns="91425" anchor="t" anchorCtr="0">
            <a:noAutofit/>
          </a:bodyPr>
          <a:lstStyle/>
          <a:p>
            <a:pPr marL="0" lvl="0" indent="0" algn="l" rtl="0">
              <a:spcBef>
                <a:spcPts val="0"/>
              </a:spcBef>
              <a:spcAft>
                <a:spcPts val="0"/>
              </a:spcAft>
              <a:buNone/>
            </a:pPr>
            <a:r>
              <a:rPr lang="en-US" b="1" dirty="0">
                <a:solidFill>
                  <a:schemeClr val="bg2"/>
                </a:solidFill>
                <a:latin typeface="Times New Roman" panose="02020603050405020304" pitchFamily="18" charset="0"/>
                <a:ea typeface="Merriweather"/>
                <a:cs typeface="Times New Roman" panose="02020603050405020304" pitchFamily="18" charset="0"/>
                <a:sym typeface="Merriweather"/>
              </a:rPr>
              <a:t>Date Range</a:t>
            </a:r>
            <a:endParaRPr b="1" dirty="0">
              <a:solidFill>
                <a:schemeClr val="bg2"/>
              </a:solidFill>
              <a:latin typeface="Times New Roman" panose="02020603050405020304" pitchFamily="18" charset="0"/>
              <a:ea typeface="Merriweather"/>
              <a:cs typeface="Times New Roman" panose="02020603050405020304" pitchFamily="18" charset="0"/>
              <a:sym typeface="Merriweather"/>
            </a:endParaRPr>
          </a:p>
          <a:p>
            <a:pPr marL="0" lvl="0" indent="0" algn="l" rtl="0">
              <a:spcBef>
                <a:spcPts val="600"/>
              </a:spcBef>
              <a:spcAft>
                <a:spcPts val="600"/>
              </a:spcAft>
              <a:buNone/>
            </a:pPr>
            <a:r>
              <a:rPr lang="en-US" dirty="0">
                <a:solidFill>
                  <a:schemeClr val="bg2"/>
                </a:solidFill>
                <a:latin typeface="Times New Roman" panose="02020603050405020304" pitchFamily="18" charset="0"/>
                <a:ea typeface="Merriweather"/>
                <a:cs typeface="Times New Roman" panose="02020603050405020304" pitchFamily="18" charset="0"/>
                <a:sym typeface="Merriweather"/>
              </a:rPr>
              <a:t>Data is collected from the late 1800s to 2022.</a:t>
            </a:r>
          </a:p>
        </p:txBody>
      </p:sp>
      <p:sp>
        <p:nvSpPr>
          <p:cNvPr id="384" name="Google Shape;384;p41"/>
          <p:cNvSpPr/>
          <p:nvPr/>
        </p:nvSpPr>
        <p:spPr>
          <a:xfrm>
            <a:off x="4658534" y="1375100"/>
            <a:ext cx="3793500" cy="1428900"/>
          </a:xfrm>
          <a:prstGeom prst="rect">
            <a:avLst/>
          </a:prstGeom>
          <a:solidFill>
            <a:srgbClr val="FFFFFF">
              <a:alpha val="13970"/>
            </a:srgbClr>
          </a:solidFill>
          <a:ln>
            <a:noFill/>
          </a:ln>
        </p:spPr>
        <p:txBody>
          <a:bodyPr spcFirstLastPara="1" wrap="square" lIns="1371600" tIns="91425" rIns="91425" bIns="91425" anchor="t" anchorCtr="0">
            <a:noAutofit/>
          </a:bodyPr>
          <a:lstStyle/>
          <a:p>
            <a:pPr marL="0" lvl="0" indent="0" algn="r" rtl="0">
              <a:spcBef>
                <a:spcPts val="0"/>
              </a:spcBef>
              <a:spcAft>
                <a:spcPts val="0"/>
              </a:spcAft>
              <a:buClr>
                <a:schemeClr val="dk1"/>
              </a:buClr>
              <a:buSzPts val="1100"/>
              <a:buFont typeface="Arial"/>
              <a:buNone/>
            </a:pPr>
            <a:r>
              <a:rPr lang="en-US" b="1" dirty="0">
                <a:solidFill>
                  <a:schemeClr val="bg2"/>
                </a:solidFill>
                <a:latin typeface="Times New Roman" panose="02020603050405020304" pitchFamily="18" charset="0"/>
                <a:ea typeface="Merriweather"/>
                <a:cs typeface="Times New Roman" panose="02020603050405020304" pitchFamily="18" charset="0"/>
                <a:sym typeface="Merriweather"/>
              </a:rPr>
              <a:t>Data Collection</a:t>
            </a:r>
            <a:endParaRPr b="1" dirty="0">
              <a:solidFill>
                <a:schemeClr val="bg2"/>
              </a:solidFill>
              <a:latin typeface="Times New Roman" panose="02020603050405020304" pitchFamily="18" charset="0"/>
              <a:ea typeface="Merriweather"/>
              <a:cs typeface="Times New Roman" panose="02020603050405020304" pitchFamily="18" charset="0"/>
              <a:sym typeface="Merriweather"/>
            </a:endParaRPr>
          </a:p>
          <a:p>
            <a:pPr marL="0" lvl="0" indent="0" algn="r" rtl="0">
              <a:spcBef>
                <a:spcPts val="600"/>
              </a:spcBef>
              <a:spcAft>
                <a:spcPts val="600"/>
              </a:spcAft>
              <a:buNone/>
            </a:pPr>
            <a:r>
              <a:rPr lang="en" dirty="0">
                <a:solidFill>
                  <a:schemeClr val="bg2"/>
                </a:solidFill>
                <a:latin typeface="Times New Roman" panose="02020603050405020304" pitchFamily="18" charset="0"/>
                <a:ea typeface="Merriweather"/>
                <a:cs typeface="Times New Roman" panose="02020603050405020304" pitchFamily="18" charset="0"/>
                <a:sym typeface="Merriweather"/>
              </a:rPr>
              <a:t>Data is collected by the European Climate Assessment &amp; Data Set Project.</a:t>
            </a:r>
            <a:endParaRPr dirty="0">
              <a:solidFill>
                <a:schemeClr val="bg2"/>
              </a:solidFill>
              <a:latin typeface="Times New Roman" panose="02020603050405020304" pitchFamily="18" charset="0"/>
              <a:ea typeface="Merriweather"/>
              <a:cs typeface="Times New Roman" panose="02020603050405020304" pitchFamily="18" charset="0"/>
              <a:sym typeface="Merriweather"/>
            </a:endParaRPr>
          </a:p>
        </p:txBody>
      </p:sp>
      <p:sp>
        <p:nvSpPr>
          <p:cNvPr id="385" name="Google Shape;385;p41"/>
          <p:cNvSpPr/>
          <p:nvPr/>
        </p:nvSpPr>
        <p:spPr>
          <a:xfrm>
            <a:off x="708250" y="2960964"/>
            <a:ext cx="3793500" cy="1428900"/>
          </a:xfrm>
          <a:prstGeom prst="rect">
            <a:avLst/>
          </a:prstGeom>
          <a:solidFill>
            <a:srgbClr val="FFFFFF">
              <a:alpha val="13970"/>
            </a:srgbClr>
          </a:solidFill>
          <a:ln>
            <a:noFill/>
          </a:ln>
        </p:spPr>
        <p:txBody>
          <a:bodyPr spcFirstLastPara="1" wrap="square" lIns="91425" tIns="91425" rIns="1371600" bIns="91425" anchor="b" anchorCtr="0">
            <a:noAutofit/>
          </a:bodyPr>
          <a:lstStyle/>
          <a:p>
            <a:pPr marL="0" lvl="0" indent="0" algn="l" rtl="0">
              <a:spcBef>
                <a:spcPts val="0"/>
              </a:spcBef>
              <a:spcAft>
                <a:spcPts val="0"/>
              </a:spcAft>
              <a:buClr>
                <a:schemeClr val="dk1"/>
              </a:buClr>
              <a:buSzPts val="1100"/>
              <a:buFont typeface="Arial"/>
              <a:buNone/>
            </a:pPr>
            <a:endParaRPr b="1" dirty="0">
              <a:solidFill>
                <a:schemeClr val="dk1"/>
              </a:solidFill>
              <a:latin typeface="Merriweather"/>
              <a:ea typeface="Merriweather"/>
              <a:cs typeface="Merriweather"/>
              <a:sym typeface="Merriweather"/>
            </a:endParaRPr>
          </a:p>
          <a:p>
            <a:pPr marL="0" lvl="0" indent="0" algn="l" rtl="0">
              <a:spcBef>
                <a:spcPts val="600"/>
              </a:spcBef>
              <a:spcAft>
                <a:spcPts val="0"/>
              </a:spcAft>
              <a:buClr>
                <a:schemeClr val="dk1"/>
              </a:buClr>
              <a:buSzPts val="1100"/>
              <a:buFont typeface="Arial"/>
              <a:buNone/>
            </a:pPr>
            <a:r>
              <a:rPr lang="en-US" dirty="0">
                <a:solidFill>
                  <a:schemeClr val="bg2"/>
                </a:solidFill>
                <a:latin typeface="Times New Roman" panose="02020603050405020304" pitchFamily="18" charset="0"/>
                <a:ea typeface="Merriweather"/>
                <a:cs typeface="Times New Roman" panose="02020603050405020304" pitchFamily="18" charset="0"/>
                <a:sym typeface="Merriweather"/>
              </a:rPr>
              <a:t>Data is Based on weather observations from 18 different weather stations across Europe</a:t>
            </a:r>
            <a:endParaRPr dirty="0">
              <a:solidFill>
                <a:schemeClr val="bg2"/>
              </a:solidFill>
              <a:latin typeface="Times New Roman" panose="02020603050405020304" pitchFamily="18" charset="0"/>
              <a:ea typeface="Merriweather"/>
              <a:cs typeface="Times New Roman" panose="02020603050405020304" pitchFamily="18" charset="0"/>
              <a:sym typeface="Merriweather"/>
            </a:endParaRPr>
          </a:p>
          <a:p>
            <a:pPr marL="0" lvl="0" indent="0" algn="l" rtl="0">
              <a:spcBef>
                <a:spcPts val="600"/>
              </a:spcBef>
              <a:spcAft>
                <a:spcPts val="600"/>
              </a:spcAft>
              <a:buClr>
                <a:schemeClr val="dk1"/>
              </a:buClr>
              <a:buSzPts val="1100"/>
              <a:buFont typeface="Arial"/>
              <a:buNone/>
            </a:pPr>
            <a:r>
              <a:rPr lang="en" b="1" dirty="0">
                <a:solidFill>
                  <a:schemeClr val="bg2"/>
                </a:solidFill>
                <a:latin typeface="Times New Roman" panose="02020603050405020304" pitchFamily="18" charset="0"/>
                <a:ea typeface="Merriweather"/>
                <a:cs typeface="Times New Roman" panose="02020603050405020304" pitchFamily="18" charset="0"/>
                <a:sym typeface="Merriweather"/>
              </a:rPr>
              <a:t>Data Geography</a:t>
            </a:r>
            <a:endParaRPr dirty="0">
              <a:solidFill>
                <a:schemeClr val="bg2"/>
              </a:solidFill>
              <a:latin typeface="Times New Roman" panose="02020603050405020304" pitchFamily="18" charset="0"/>
              <a:ea typeface="Merriweather"/>
              <a:cs typeface="Times New Roman" panose="02020603050405020304" pitchFamily="18" charset="0"/>
              <a:sym typeface="Merriweather"/>
            </a:endParaRPr>
          </a:p>
        </p:txBody>
      </p:sp>
      <p:sp>
        <p:nvSpPr>
          <p:cNvPr id="386" name="Google Shape;386;p41"/>
          <p:cNvSpPr/>
          <p:nvPr/>
        </p:nvSpPr>
        <p:spPr>
          <a:xfrm>
            <a:off x="4658534" y="2960964"/>
            <a:ext cx="3793500" cy="1428900"/>
          </a:xfrm>
          <a:prstGeom prst="rect">
            <a:avLst/>
          </a:prstGeom>
          <a:solidFill>
            <a:srgbClr val="FFFFFF">
              <a:alpha val="13970"/>
            </a:srgbClr>
          </a:solidFill>
          <a:ln>
            <a:noFill/>
          </a:ln>
        </p:spPr>
        <p:txBody>
          <a:bodyPr spcFirstLastPara="1" wrap="square" lIns="1371600" tIns="91425" rIns="91425" bIns="91425" anchor="b" anchorCtr="0">
            <a:noAutofit/>
          </a:bodyPr>
          <a:lstStyle/>
          <a:p>
            <a:pPr marL="0" lvl="0" indent="0" algn="r" rtl="0">
              <a:spcBef>
                <a:spcPts val="0"/>
              </a:spcBef>
              <a:spcAft>
                <a:spcPts val="0"/>
              </a:spcAft>
              <a:buClr>
                <a:schemeClr val="dk1"/>
              </a:buClr>
              <a:buSzPts val="1100"/>
              <a:buFont typeface="Arial"/>
              <a:buNone/>
            </a:pPr>
            <a:r>
              <a:rPr lang="en-US" dirty="0">
                <a:solidFill>
                  <a:schemeClr val="bg2"/>
                </a:solidFill>
                <a:latin typeface="Times New Roman" panose="02020603050405020304" pitchFamily="18" charset="0"/>
                <a:ea typeface="Merriweather"/>
                <a:cs typeface="Times New Roman" panose="02020603050405020304" pitchFamily="18" charset="0"/>
                <a:sym typeface="Merriweather"/>
              </a:rPr>
              <a:t>Data consists of wind speed, temperature, global radiation, and more.</a:t>
            </a:r>
            <a:endParaRPr dirty="0">
              <a:solidFill>
                <a:schemeClr val="bg2"/>
              </a:solidFill>
              <a:latin typeface="Times New Roman" panose="02020603050405020304" pitchFamily="18" charset="0"/>
              <a:ea typeface="Merriweather"/>
              <a:cs typeface="Times New Roman" panose="02020603050405020304" pitchFamily="18" charset="0"/>
              <a:sym typeface="Merriweather"/>
            </a:endParaRPr>
          </a:p>
          <a:p>
            <a:pPr marL="0" lvl="0" indent="0" algn="r" rtl="0">
              <a:spcBef>
                <a:spcPts val="600"/>
              </a:spcBef>
              <a:spcAft>
                <a:spcPts val="600"/>
              </a:spcAft>
              <a:buNone/>
            </a:pPr>
            <a:r>
              <a:rPr lang="en" b="1" dirty="0">
                <a:solidFill>
                  <a:schemeClr val="bg2"/>
                </a:solidFill>
                <a:latin typeface="Times New Roman" panose="02020603050405020304" pitchFamily="18" charset="0"/>
                <a:ea typeface="Merriweather"/>
                <a:cs typeface="Times New Roman" panose="02020603050405020304" pitchFamily="18" charset="0"/>
                <a:sym typeface="Merriweather"/>
              </a:rPr>
              <a:t>Data Content</a:t>
            </a:r>
            <a:endParaRPr dirty="0">
              <a:solidFill>
                <a:schemeClr val="bg2"/>
              </a:solidFill>
              <a:latin typeface="Times New Roman" panose="02020603050405020304" pitchFamily="18" charset="0"/>
              <a:ea typeface="Merriweather"/>
              <a:cs typeface="Times New Roman" panose="02020603050405020304" pitchFamily="18" charset="0"/>
              <a:sym typeface="Merriweather"/>
            </a:endParaRPr>
          </a:p>
        </p:txBody>
      </p:sp>
      <p:sp>
        <p:nvSpPr>
          <p:cNvPr id="387" name="Google Shape;387;p41"/>
          <p:cNvSpPr/>
          <p:nvPr/>
        </p:nvSpPr>
        <p:spPr>
          <a:xfrm>
            <a:off x="3412702" y="1713275"/>
            <a:ext cx="2179800" cy="2179800"/>
          </a:xfrm>
          <a:prstGeom prst="pie">
            <a:avLst>
              <a:gd name="adj1" fmla="val 10788866"/>
              <a:gd name="adj2" fmla="val 1620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41"/>
          <p:cNvSpPr/>
          <p:nvPr/>
        </p:nvSpPr>
        <p:spPr>
          <a:xfrm rot="5400000">
            <a:off x="3569861" y="1713275"/>
            <a:ext cx="2179800" cy="2179800"/>
          </a:xfrm>
          <a:prstGeom prst="pie">
            <a:avLst>
              <a:gd name="adj1" fmla="val 10788866"/>
              <a:gd name="adj2" fmla="val 16200000"/>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41"/>
          <p:cNvSpPr/>
          <p:nvPr/>
        </p:nvSpPr>
        <p:spPr>
          <a:xfrm rot="10800000">
            <a:off x="3569861" y="1871659"/>
            <a:ext cx="2179800" cy="2179800"/>
          </a:xfrm>
          <a:prstGeom prst="pie">
            <a:avLst>
              <a:gd name="adj1" fmla="val 10788866"/>
              <a:gd name="adj2" fmla="val 16200000"/>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41"/>
          <p:cNvSpPr/>
          <p:nvPr/>
        </p:nvSpPr>
        <p:spPr>
          <a:xfrm rot="-5400000">
            <a:off x="3412702" y="1871659"/>
            <a:ext cx="2179800" cy="2179800"/>
          </a:xfrm>
          <a:prstGeom prst="pie">
            <a:avLst>
              <a:gd name="adj1" fmla="val 10788866"/>
              <a:gd name="adj2" fmla="val 16200000"/>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41"/>
          <p:cNvSpPr/>
          <p:nvPr/>
        </p:nvSpPr>
        <p:spPr>
          <a:xfrm>
            <a:off x="3969775" y="2167966"/>
            <a:ext cx="306339" cy="409373"/>
          </a:xfrm>
          <a:prstGeom prst="rect">
            <a:avLst/>
          </a:prstGeom>
        </p:spPr>
        <p:txBody>
          <a:bodyPr>
            <a:prstTxWarp prst="textPlain">
              <a:avLst/>
            </a:prstTxWarp>
          </a:bodyPr>
          <a:lstStyle/>
          <a:p>
            <a:pPr lvl="0" algn="ctr"/>
            <a:endParaRPr b="1" i="0" dirty="0">
              <a:ln>
                <a:noFill/>
              </a:ln>
              <a:solidFill>
                <a:schemeClr val="lt1"/>
              </a:solidFill>
              <a:latin typeface="Kalam"/>
            </a:endParaRPr>
          </a:p>
        </p:txBody>
      </p:sp>
      <p:sp>
        <p:nvSpPr>
          <p:cNvPr id="392" name="Google Shape;392;p41"/>
          <p:cNvSpPr/>
          <p:nvPr/>
        </p:nvSpPr>
        <p:spPr>
          <a:xfrm>
            <a:off x="4885691" y="2174928"/>
            <a:ext cx="382088" cy="408816"/>
          </a:xfrm>
          <a:prstGeom prst="rect">
            <a:avLst/>
          </a:prstGeom>
        </p:spPr>
        <p:txBody>
          <a:bodyPr>
            <a:prstTxWarp prst="textPlain">
              <a:avLst/>
            </a:prstTxWarp>
          </a:bodyPr>
          <a:lstStyle/>
          <a:p>
            <a:pPr lvl="0" algn="ctr"/>
            <a:endParaRPr b="1" i="0" dirty="0">
              <a:ln>
                <a:noFill/>
              </a:ln>
              <a:solidFill>
                <a:schemeClr val="lt1"/>
              </a:solidFill>
              <a:latin typeface="Kalam"/>
            </a:endParaRPr>
          </a:p>
        </p:txBody>
      </p:sp>
      <p:sp>
        <p:nvSpPr>
          <p:cNvPr id="393" name="Google Shape;393;p41"/>
          <p:cNvSpPr/>
          <p:nvPr/>
        </p:nvSpPr>
        <p:spPr>
          <a:xfrm>
            <a:off x="3938584" y="3165726"/>
            <a:ext cx="320264" cy="408816"/>
          </a:xfrm>
          <a:prstGeom prst="rect">
            <a:avLst/>
          </a:prstGeom>
        </p:spPr>
        <p:txBody>
          <a:bodyPr>
            <a:prstTxWarp prst="textPlain">
              <a:avLst/>
            </a:prstTxWarp>
          </a:bodyPr>
          <a:lstStyle/>
          <a:p>
            <a:pPr lvl="0" algn="ctr"/>
            <a:endParaRPr b="1" i="0" dirty="0">
              <a:ln>
                <a:noFill/>
              </a:ln>
              <a:solidFill>
                <a:schemeClr val="lt1"/>
              </a:solidFill>
              <a:latin typeface="Kalam"/>
            </a:endParaRPr>
          </a:p>
        </p:txBody>
      </p:sp>
      <p:sp>
        <p:nvSpPr>
          <p:cNvPr id="394" name="Google Shape;394;p41"/>
          <p:cNvSpPr/>
          <p:nvPr/>
        </p:nvSpPr>
        <p:spPr>
          <a:xfrm>
            <a:off x="4988733" y="3172688"/>
            <a:ext cx="316922" cy="400461"/>
          </a:xfrm>
          <a:prstGeom prst="rect">
            <a:avLst/>
          </a:prstGeom>
        </p:spPr>
        <p:txBody>
          <a:bodyPr>
            <a:prstTxWarp prst="textPlain">
              <a:avLst/>
            </a:prstTxWarp>
          </a:bodyPr>
          <a:lstStyle/>
          <a:p>
            <a:pPr lvl="0" algn="ctr"/>
            <a:endParaRPr b="1" i="0" dirty="0">
              <a:ln>
                <a:noFill/>
              </a:ln>
              <a:solidFill>
                <a:schemeClr val="lt1"/>
              </a:solidFill>
              <a:latin typeface="Kalam"/>
            </a:endParaRPr>
          </a:p>
        </p:txBody>
      </p:sp>
      <p:sp>
        <p:nvSpPr>
          <p:cNvPr id="395" name="Google Shape;395;p41"/>
          <p:cNvSpPr txBox="1">
            <a:spLocks noGrp="1"/>
          </p:cNvSpPr>
          <p:nvPr>
            <p:ph type="title" idx="4294967295"/>
          </p:nvPr>
        </p:nvSpPr>
        <p:spPr>
          <a:xfrm>
            <a:off x="727900" y="205975"/>
            <a:ext cx="7959000" cy="8574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3200" dirty="0">
                <a:solidFill>
                  <a:schemeClr val="lt1"/>
                </a:solidFill>
                <a:latin typeface="High Tower Text" panose="02040502050506030303" pitchFamily="18" charset="0"/>
              </a:rPr>
              <a:t>Data Set</a:t>
            </a:r>
            <a:endParaRPr sz="3200" dirty="0">
              <a:solidFill>
                <a:schemeClr val="lt1"/>
              </a:solidFill>
              <a:latin typeface="High Tower Text" panose="02040502050506030303" pitchFamily="18" charset="0"/>
            </a:endParaRPr>
          </a:p>
        </p:txBody>
      </p:sp>
    </p:spTree>
  </p:cSld>
  <p:clrMapOvr>
    <a:masterClrMapping/>
  </p:clrMapOvr>
  <p:transition advTm="31081">
    <p:fade thruBlk="1"/>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ctrTitle"/>
          </p:nvPr>
        </p:nvSpPr>
        <p:spPr>
          <a:xfrm>
            <a:off x="4437740" y="161640"/>
            <a:ext cx="4150200" cy="7848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US" sz="3200" dirty="0">
                <a:latin typeface="High Tower Text" panose="02040502050506030303" pitchFamily="18" charset="0"/>
              </a:rPr>
              <a:t>Data Biases</a:t>
            </a:r>
            <a:endParaRPr sz="3200" dirty="0">
              <a:latin typeface="High Tower Text" panose="02040502050506030303" pitchFamily="18" charset="0"/>
            </a:endParaRPr>
          </a:p>
        </p:txBody>
      </p:sp>
      <p:sp>
        <p:nvSpPr>
          <p:cNvPr id="71" name="Google Shape;71;p15"/>
          <p:cNvSpPr txBox="1">
            <a:spLocks noGrp="1"/>
          </p:cNvSpPr>
          <p:nvPr>
            <p:ph type="subTitle" idx="1"/>
          </p:nvPr>
        </p:nvSpPr>
        <p:spPr>
          <a:xfrm>
            <a:off x="4362198" y="1223515"/>
            <a:ext cx="4150200" cy="3979848"/>
          </a:xfrm>
          <a:prstGeom prst="rect">
            <a:avLst/>
          </a:prstGeom>
        </p:spPr>
        <p:txBody>
          <a:bodyPr spcFirstLastPara="1" wrap="square" lIns="0" tIns="0" rIns="0" bIns="0" anchor="t" anchorCtr="0">
            <a:noAutofit/>
          </a:bodyPr>
          <a:lstStyle/>
          <a:p>
            <a:pPr lvl="0">
              <a:lnSpc>
                <a:spcPct val="150000"/>
              </a:lnSpc>
            </a:pPr>
            <a:r>
              <a:rPr lang="en-US" sz="1200" b="1" i="0" baseline="0" dirty="0">
                <a:solidFill>
                  <a:schemeClr val="bg2"/>
                </a:solidFill>
                <a:latin typeface="Times New Roman" panose="02020603050405020304" pitchFamily="18" charset="0"/>
                <a:cs typeface="Times New Roman" panose="02020603050405020304" pitchFamily="18" charset="0"/>
              </a:rPr>
              <a:t>Privacy and Ethics:</a:t>
            </a:r>
            <a:r>
              <a:rPr lang="en-US" sz="1200" b="0" i="0" baseline="0" dirty="0">
                <a:solidFill>
                  <a:schemeClr val="bg2"/>
                </a:solidFill>
                <a:latin typeface="Times New Roman" panose="02020603050405020304" pitchFamily="18" charset="0"/>
                <a:cs typeface="Times New Roman" panose="02020603050405020304" pitchFamily="18" charset="0"/>
              </a:rPr>
              <a:t> Using location data in climate change models requires caution to avoid unintentional exposure of personal information.</a:t>
            </a:r>
          </a:p>
          <a:p>
            <a:pPr>
              <a:lnSpc>
                <a:spcPct val="150000"/>
              </a:lnSpc>
            </a:pPr>
            <a:r>
              <a:rPr lang="en-US" sz="1200" b="1" i="0" baseline="0" dirty="0">
                <a:solidFill>
                  <a:schemeClr val="bg2"/>
                </a:solidFill>
                <a:latin typeface="Times New Roman" panose="02020603050405020304" pitchFamily="18" charset="0"/>
                <a:cs typeface="Times New Roman" panose="02020603050405020304" pitchFamily="18" charset="0"/>
              </a:rPr>
              <a:t>Regional Bias:</a:t>
            </a:r>
            <a:r>
              <a:rPr lang="en-US" sz="1200" b="0" i="0" baseline="0" dirty="0">
                <a:solidFill>
                  <a:schemeClr val="bg2"/>
                </a:solidFill>
                <a:latin typeface="Times New Roman" panose="02020603050405020304" pitchFamily="18" charset="0"/>
                <a:cs typeface="Times New Roman" panose="02020603050405020304" pitchFamily="18" charset="0"/>
              </a:rPr>
              <a:t> Data from one region may not apply universally, so diverse regional datasets are necessary to avoid skewed predictions.</a:t>
            </a:r>
            <a:endParaRPr lang="en-US" sz="1200" dirty="0">
              <a:solidFill>
                <a:schemeClr val="bg2"/>
              </a:solidFill>
              <a:latin typeface="Times New Roman" panose="02020603050405020304" pitchFamily="18" charset="0"/>
              <a:cs typeface="Times New Roman" panose="02020603050405020304" pitchFamily="18" charset="0"/>
            </a:endParaRPr>
          </a:p>
          <a:p>
            <a:pPr>
              <a:lnSpc>
                <a:spcPct val="150000"/>
              </a:lnSpc>
            </a:pPr>
            <a:r>
              <a:rPr lang="en-US" sz="1200" b="1" i="0" baseline="0" dirty="0">
                <a:solidFill>
                  <a:schemeClr val="bg2"/>
                </a:solidFill>
                <a:latin typeface="Times New Roman" panose="02020603050405020304" pitchFamily="18" charset="0"/>
                <a:cs typeface="Times New Roman" panose="02020603050405020304" pitchFamily="18" charset="0"/>
              </a:rPr>
              <a:t>Human Bias:</a:t>
            </a:r>
            <a:r>
              <a:rPr lang="en-US" sz="1200" b="0" i="0" baseline="0" dirty="0">
                <a:solidFill>
                  <a:schemeClr val="bg2"/>
                </a:solidFill>
                <a:latin typeface="Times New Roman" panose="02020603050405020304" pitchFamily="18" charset="0"/>
                <a:cs typeface="Times New Roman" panose="02020603050405020304" pitchFamily="18" charset="0"/>
              </a:rPr>
              <a:t> Bias in data collection or reporting could influence machine learning models, leading to inaccurate predictions.</a:t>
            </a:r>
            <a:endParaRPr lang="en-US" sz="1200" dirty="0">
              <a:solidFill>
                <a:schemeClr val="bg2"/>
              </a:solidFill>
              <a:latin typeface="Times New Roman" panose="02020603050405020304" pitchFamily="18" charset="0"/>
              <a:cs typeface="Times New Roman" panose="02020603050405020304" pitchFamily="18" charset="0"/>
            </a:endParaRPr>
          </a:p>
          <a:p>
            <a:pPr>
              <a:lnSpc>
                <a:spcPct val="150000"/>
              </a:lnSpc>
            </a:pPr>
            <a:r>
              <a:rPr lang="en-US" sz="1200" b="1" i="0" baseline="0" dirty="0">
                <a:solidFill>
                  <a:schemeClr val="bg2"/>
                </a:solidFill>
                <a:latin typeface="Times New Roman" panose="02020603050405020304" pitchFamily="18" charset="0"/>
                <a:cs typeface="Times New Roman" panose="02020603050405020304" pitchFamily="18" charset="0"/>
              </a:rPr>
              <a:t>Data Quality:</a:t>
            </a:r>
            <a:r>
              <a:rPr lang="en-US" sz="1200" b="0" i="0" baseline="0" dirty="0">
                <a:solidFill>
                  <a:schemeClr val="bg2"/>
                </a:solidFill>
                <a:latin typeface="Times New Roman" panose="02020603050405020304" pitchFamily="18" charset="0"/>
                <a:cs typeface="Times New Roman" panose="02020603050405020304" pitchFamily="18" charset="0"/>
              </a:rPr>
              <a:t> Incomplete or biased data can result in incorrect weather predictions, making supervision and diverse data essential for accurate forecasts. </a:t>
            </a:r>
            <a:endParaRPr lang="en-US" sz="1200" dirty="0">
              <a:solidFill>
                <a:schemeClr val="bg2"/>
              </a:solidFill>
              <a:latin typeface="Times New Roman" panose="02020603050405020304" pitchFamily="18" charset="0"/>
              <a:cs typeface="Times New Roman" panose="02020603050405020304" pitchFamily="18" charset="0"/>
            </a:endParaRPr>
          </a:p>
          <a:p>
            <a:pPr lvl="0">
              <a:lnSpc>
                <a:spcPct val="100000"/>
              </a:lnSpc>
            </a:pPr>
            <a:endParaRPr lang="en-US" dirty="0"/>
          </a:p>
        </p:txBody>
      </p:sp>
    </p:spTree>
  </p:cSld>
  <p:clrMapOvr>
    <a:masterClrMapping/>
  </p:clrMapOvr>
  <p:transition advTm="48355">
    <p:fade thruBlk="1"/>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7"/>
          <p:cNvSpPr txBox="1">
            <a:spLocks noGrp="1"/>
          </p:cNvSpPr>
          <p:nvPr>
            <p:ph type="title"/>
          </p:nvPr>
        </p:nvSpPr>
        <p:spPr>
          <a:xfrm>
            <a:off x="4115700" y="393600"/>
            <a:ext cx="4571100" cy="507115"/>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3200" dirty="0">
                <a:latin typeface="High Tower Text" panose="02040502050506030303" pitchFamily="18" charset="0"/>
              </a:rPr>
              <a:t>Data Optimization</a:t>
            </a:r>
            <a:endParaRPr sz="3200" dirty="0">
              <a:latin typeface="High Tower Text" panose="02040502050506030303" pitchFamily="18" charset="0"/>
            </a:endParaRPr>
          </a:p>
        </p:txBody>
      </p:sp>
      <p:sp>
        <p:nvSpPr>
          <p:cNvPr id="83" name="Google Shape;83;p17"/>
          <p:cNvSpPr txBox="1">
            <a:spLocks noGrp="1"/>
          </p:cNvSpPr>
          <p:nvPr>
            <p:ph type="body" idx="1"/>
          </p:nvPr>
        </p:nvSpPr>
        <p:spPr>
          <a:xfrm>
            <a:off x="4115700" y="1338300"/>
            <a:ext cx="4571100" cy="3411600"/>
          </a:xfrm>
          <a:prstGeom prst="rect">
            <a:avLst/>
          </a:prstGeom>
        </p:spPr>
        <p:txBody>
          <a:bodyPr spcFirstLastPara="1" wrap="square" lIns="0" tIns="0" rIns="0" bIns="0" anchor="t" anchorCtr="0">
            <a:noAutofit/>
          </a:bodyPr>
          <a:lstStyle/>
          <a:p>
            <a:pPr marL="101600" lvl="0" indent="0">
              <a:buNone/>
            </a:pPr>
            <a:r>
              <a:rPr lang="en-US" sz="1600" dirty="0">
                <a:solidFill>
                  <a:schemeClr val="bg2"/>
                </a:solidFill>
                <a:latin typeface="Times New Roman" panose="02020603050405020304" pitchFamily="18" charset="0"/>
                <a:cs typeface="Times New Roman" panose="02020603050405020304" pitchFamily="18" charset="0"/>
              </a:rPr>
              <a:t>This data set was optimized through </a:t>
            </a:r>
            <a:r>
              <a:rPr lang="en-US" sz="1600" b="1" dirty="0">
                <a:solidFill>
                  <a:schemeClr val="bg2"/>
                </a:solidFill>
                <a:latin typeface="Times New Roman" panose="02020603050405020304" pitchFamily="18" charset="0"/>
                <a:cs typeface="Times New Roman" panose="02020603050405020304" pitchFamily="18" charset="0"/>
              </a:rPr>
              <a:t>Gradient Descent</a:t>
            </a:r>
            <a:r>
              <a:rPr lang="en-US" sz="1600" dirty="0">
                <a:solidFill>
                  <a:schemeClr val="bg2"/>
                </a:solidFill>
                <a:latin typeface="Times New Roman" panose="02020603050405020304" pitchFamily="18" charset="0"/>
                <a:cs typeface="Times New Roman" panose="02020603050405020304" pitchFamily="18" charset="0"/>
              </a:rPr>
              <a:t>.</a:t>
            </a:r>
          </a:p>
          <a:p>
            <a:pPr lvl="0">
              <a:lnSpc>
                <a:spcPct val="150000"/>
              </a:lnSpc>
              <a:buFont typeface="Arial" panose="020B0604020202020204" pitchFamily="34" charset="0"/>
              <a:buChar char="•"/>
            </a:pPr>
            <a:r>
              <a:rPr lang="en-US" sz="1600" dirty="0">
                <a:solidFill>
                  <a:schemeClr val="bg2"/>
                </a:solidFill>
                <a:latin typeface="Times New Roman" panose="02020603050405020304" pitchFamily="18" charset="0"/>
                <a:cs typeface="Times New Roman" panose="02020603050405020304" pitchFamily="18" charset="0"/>
              </a:rPr>
              <a:t>O</a:t>
            </a:r>
            <a:r>
              <a:rPr lang="en-US" sz="1600" b="0" i="0" dirty="0">
                <a:solidFill>
                  <a:schemeClr val="bg2"/>
                </a:solidFill>
                <a:latin typeface="Times New Roman" panose="02020603050405020304" pitchFamily="18" charset="0"/>
                <a:cs typeface="Times New Roman" panose="02020603050405020304" pitchFamily="18" charset="0"/>
              </a:rPr>
              <a:t>ne of the simplest ways to find a </a:t>
            </a:r>
            <a:r>
              <a:rPr lang="en-US" sz="1600" b="1" i="0" dirty="0">
                <a:solidFill>
                  <a:schemeClr val="bg2"/>
                </a:solidFill>
                <a:latin typeface="Times New Roman" panose="02020603050405020304" pitchFamily="18" charset="0"/>
                <a:cs typeface="Times New Roman" panose="02020603050405020304" pitchFamily="18" charset="0"/>
              </a:rPr>
              <a:t>local minimum </a:t>
            </a:r>
            <a:r>
              <a:rPr lang="en-US" sz="1600" b="0" i="0" dirty="0">
                <a:solidFill>
                  <a:schemeClr val="bg2"/>
                </a:solidFill>
                <a:latin typeface="Times New Roman" panose="02020603050405020304" pitchFamily="18" charset="0"/>
                <a:cs typeface="Times New Roman" panose="02020603050405020304" pitchFamily="18" charset="0"/>
              </a:rPr>
              <a:t>(or valley), as well as one of the most common.</a:t>
            </a:r>
            <a:endParaRPr lang="en-US" sz="1600" dirty="0">
              <a:solidFill>
                <a:schemeClr val="bg2"/>
              </a:solidFill>
              <a:latin typeface="Times New Roman" panose="02020603050405020304" pitchFamily="18" charset="0"/>
              <a:cs typeface="Times New Roman" panose="02020603050405020304" pitchFamily="18" charset="0"/>
            </a:endParaRPr>
          </a:p>
          <a:p>
            <a:pPr lvl="0">
              <a:lnSpc>
                <a:spcPct val="150000"/>
              </a:lnSpc>
              <a:buFont typeface="Arial" panose="020B0604020202020204" pitchFamily="34" charset="0"/>
              <a:buChar char="•"/>
            </a:pPr>
            <a:r>
              <a:rPr lang="en-US" sz="1600" dirty="0">
                <a:solidFill>
                  <a:schemeClr val="bg2"/>
                </a:solidFill>
                <a:latin typeface="Times New Roman" panose="02020603050405020304" pitchFamily="18" charset="0"/>
                <a:cs typeface="Times New Roman" panose="02020603050405020304" pitchFamily="18" charset="0"/>
              </a:rPr>
              <a:t>Adjusts the parameters to </a:t>
            </a:r>
            <a:r>
              <a:rPr lang="en-US" sz="1600" b="1" dirty="0">
                <a:solidFill>
                  <a:schemeClr val="bg2"/>
                </a:solidFill>
                <a:latin typeface="Times New Roman" panose="02020603050405020304" pitchFamily="18" charset="0"/>
                <a:cs typeface="Times New Roman" panose="02020603050405020304" pitchFamily="18" charset="0"/>
              </a:rPr>
              <a:t>reduce</a:t>
            </a:r>
            <a:r>
              <a:rPr lang="en-US" sz="1600" dirty="0">
                <a:solidFill>
                  <a:schemeClr val="bg2"/>
                </a:solidFill>
                <a:latin typeface="Times New Roman" panose="02020603050405020304" pitchFamily="18" charset="0"/>
                <a:cs typeface="Times New Roman" panose="02020603050405020304" pitchFamily="18" charset="0"/>
              </a:rPr>
              <a:t> a loss function to its minimum</a:t>
            </a:r>
          </a:p>
          <a:p>
            <a:pPr lvl="0">
              <a:lnSpc>
                <a:spcPct val="150000"/>
              </a:lnSpc>
              <a:buFont typeface="Arial" panose="020B0604020202020204" pitchFamily="34" charset="0"/>
              <a:buChar char="•"/>
            </a:pPr>
            <a:r>
              <a:rPr lang="en-US" sz="1600" dirty="0">
                <a:solidFill>
                  <a:schemeClr val="bg2"/>
                </a:solidFill>
                <a:latin typeface="Times New Roman" panose="02020603050405020304" pitchFamily="18" charset="0"/>
                <a:cs typeface="Times New Roman" panose="02020603050405020304" pitchFamily="18" charset="0"/>
              </a:rPr>
              <a:t>Can be used in both </a:t>
            </a:r>
            <a:r>
              <a:rPr lang="en-US" sz="1600" b="1" dirty="0">
                <a:solidFill>
                  <a:schemeClr val="bg2"/>
                </a:solidFill>
                <a:latin typeface="Times New Roman" panose="02020603050405020304" pitchFamily="18" charset="0"/>
                <a:cs typeface="Times New Roman" panose="02020603050405020304" pitchFamily="18" charset="0"/>
              </a:rPr>
              <a:t>linear</a:t>
            </a:r>
            <a:r>
              <a:rPr lang="en-US" sz="1600" dirty="0">
                <a:solidFill>
                  <a:schemeClr val="bg2"/>
                </a:solidFill>
                <a:latin typeface="Times New Roman" panose="02020603050405020304" pitchFamily="18" charset="0"/>
                <a:cs typeface="Times New Roman" panose="02020603050405020304" pitchFamily="18" charset="0"/>
              </a:rPr>
              <a:t> and </a:t>
            </a:r>
            <a:r>
              <a:rPr lang="en-US" sz="1600" b="1" dirty="0">
                <a:solidFill>
                  <a:schemeClr val="bg2"/>
                </a:solidFill>
                <a:latin typeface="Times New Roman" panose="02020603050405020304" pitchFamily="18" charset="0"/>
                <a:cs typeface="Times New Roman" panose="02020603050405020304" pitchFamily="18" charset="0"/>
              </a:rPr>
              <a:t>nonlinear</a:t>
            </a:r>
            <a:r>
              <a:rPr lang="en-US" sz="1600" dirty="0">
                <a:solidFill>
                  <a:schemeClr val="bg2"/>
                </a:solidFill>
                <a:latin typeface="Times New Roman" panose="02020603050405020304" pitchFamily="18" charset="0"/>
                <a:cs typeface="Times New Roman" panose="02020603050405020304" pitchFamily="18" charset="0"/>
              </a:rPr>
              <a:t> cases.</a:t>
            </a:r>
          </a:p>
          <a:p>
            <a:pPr marL="101600" lvl="0" indent="0">
              <a:buNone/>
            </a:pPr>
            <a:endParaRPr lang="en-US" dirty="0"/>
          </a:p>
        </p:txBody>
      </p:sp>
      <p:pic>
        <p:nvPicPr>
          <p:cNvPr id="2" name="Picture 1">
            <a:extLst>
              <a:ext uri="{FF2B5EF4-FFF2-40B4-BE49-F238E27FC236}">
                <a16:creationId xmlns:a16="http://schemas.microsoft.com/office/drawing/2014/main" id="{0E438FAD-3C22-F4C6-F13D-2D8958233305}"/>
              </a:ext>
            </a:extLst>
          </p:cNvPr>
          <p:cNvPicPr>
            <a:picLocks noChangeAspect="1"/>
          </p:cNvPicPr>
          <p:nvPr/>
        </p:nvPicPr>
        <p:blipFill>
          <a:blip r:embed="rId3"/>
          <a:stretch>
            <a:fillRect/>
          </a:stretch>
        </p:blipFill>
        <p:spPr>
          <a:xfrm>
            <a:off x="531660" y="2634566"/>
            <a:ext cx="2848990" cy="2312135"/>
          </a:xfrm>
          <a:prstGeom prst="rect">
            <a:avLst/>
          </a:prstGeom>
        </p:spPr>
      </p:pic>
    </p:spTree>
  </p:cSld>
  <p:clrMapOvr>
    <a:masterClrMapping/>
  </p:clrMapOvr>
  <p:transition advTm="30149">
    <p:fade thruBlk="1"/>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6"/>
        </a:solidFill>
        <a:effectLst/>
      </p:bgPr>
    </p:bg>
    <p:spTree>
      <p:nvGrpSpPr>
        <p:cNvPr id="1" name="Shape 116"/>
        <p:cNvGrpSpPr/>
        <p:nvPr/>
      </p:nvGrpSpPr>
      <p:grpSpPr>
        <a:xfrm>
          <a:off x="0" y="0"/>
          <a:ext cx="0" cy="0"/>
          <a:chOff x="0" y="0"/>
          <a:chExt cx="0" cy="0"/>
        </a:xfrm>
      </p:grpSpPr>
      <p:sp>
        <p:nvSpPr>
          <p:cNvPr id="117" name="Google Shape;117;p21"/>
          <p:cNvSpPr txBox="1">
            <a:spLocks noGrp="1"/>
          </p:cNvSpPr>
          <p:nvPr>
            <p:ph type="title" idx="4294967295"/>
          </p:nvPr>
        </p:nvSpPr>
        <p:spPr>
          <a:xfrm>
            <a:off x="2210247" y="365566"/>
            <a:ext cx="4723506" cy="430915"/>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US" sz="3200" dirty="0">
                <a:solidFill>
                  <a:schemeClr val="bg1"/>
                </a:solidFill>
                <a:latin typeface="High Tower Text" panose="02040502050506030303" pitchFamily="18" charset="0"/>
              </a:rPr>
              <a:t>K-Nearest Neighbors</a:t>
            </a:r>
            <a:endParaRPr sz="3200" dirty="0">
              <a:solidFill>
                <a:schemeClr val="bg1"/>
              </a:solidFill>
              <a:latin typeface="High Tower Text" panose="02040502050506030303" pitchFamily="18" charset="0"/>
            </a:endParaRPr>
          </a:p>
        </p:txBody>
      </p:sp>
      <p:sp>
        <p:nvSpPr>
          <p:cNvPr id="118" name="Google Shape;118;p21"/>
          <p:cNvSpPr txBox="1">
            <a:spLocks noGrp="1"/>
          </p:cNvSpPr>
          <p:nvPr>
            <p:ph type="body" idx="4294967295"/>
          </p:nvPr>
        </p:nvSpPr>
        <p:spPr>
          <a:xfrm>
            <a:off x="5134353" y="1364700"/>
            <a:ext cx="3598800" cy="2414100"/>
          </a:xfrm>
          <a:prstGeom prst="rect">
            <a:avLst/>
          </a:prstGeom>
        </p:spPr>
        <p:txBody>
          <a:bodyPr spcFirstLastPara="1" wrap="square" lIns="0" tIns="0" rIns="0" bIns="0" anchor="t" anchorCtr="0">
            <a:noAutofit/>
          </a:bodyPr>
          <a:lstStyle/>
          <a:p>
            <a:pPr marL="285750" indent="-285750">
              <a:lnSpc>
                <a:spcPct val="150000"/>
              </a:lnSpc>
              <a:buFont typeface="Arial" panose="020B0604020202020204" pitchFamily="34" charset="0"/>
              <a:buChar char="•"/>
            </a:pPr>
            <a:r>
              <a:rPr lang="en-US" sz="1600" i="1" dirty="0">
                <a:solidFill>
                  <a:schemeClr val="bg2"/>
                </a:solidFill>
                <a:latin typeface="Times New Roman" panose="02020603050405020304" pitchFamily="18" charset="0"/>
                <a:cs typeface="Times New Roman" panose="02020603050405020304" pitchFamily="18" charset="0"/>
              </a:rPr>
              <a:t>KNN classifies data based on the majority class of its nearest neighbors.</a:t>
            </a:r>
          </a:p>
          <a:p>
            <a:pPr marL="0" indent="0">
              <a:lnSpc>
                <a:spcPct val="150000"/>
              </a:lnSpc>
              <a:buNone/>
            </a:pPr>
            <a:endParaRPr lang="en-US" sz="1600" i="1" dirty="0">
              <a:solidFill>
                <a:schemeClr val="bg2"/>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i="1" dirty="0">
                <a:solidFill>
                  <a:schemeClr val="bg2"/>
                </a:solidFill>
                <a:latin typeface="Times New Roman" panose="02020603050405020304" pitchFamily="18" charset="0"/>
                <a:cs typeface="Times New Roman" panose="02020603050405020304" pitchFamily="18" charset="0"/>
              </a:rPr>
              <a:t>Used to predict pleasant weather in 15 European stations.</a:t>
            </a:r>
          </a:p>
          <a:p>
            <a:pPr marL="0" indent="0">
              <a:lnSpc>
                <a:spcPct val="150000"/>
              </a:lnSpc>
              <a:buNone/>
            </a:pPr>
            <a:endParaRPr lang="en-US" sz="1600" i="1" dirty="0">
              <a:solidFill>
                <a:schemeClr val="bg2"/>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i="1" dirty="0">
                <a:solidFill>
                  <a:schemeClr val="bg2"/>
                </a:solidFill>
                <a:latin typeface="Times New Roman" panose="02020603050405020304" pitchFamily="18" charset="0"/>
                <a:cs typeface="Times New Roman" panose="02020603050405020304" pitchFamily="18" charset="0"/>
              </a:rPr>
              <a:t>Achieved 88.2% average accuracy.</a:t>
            </a:r>
            <a:endParaRPr lang="en-US" sz="1600" i="0" dirty="0">
              <a:solidFill>
                <a:schemeClr val="bg2"/>
              </a:solidFill>
              <a:effectLst/>
              <a:latin typeface="Times New Roman" panose="02020603050405020304" pitchFamily="18" charset="0"/>
              <a:cs typeface="Times New Roman" panose="02020603050405020304" pitchFamily="18" charset="0"/>
            </a:endParaRPr>
          </a:p>
        </p:txBody>
      </p:sp>
      <p:pic>
        <p:nvPicPr>
          <p:cNvPr id="2" name="Content Placeholder 9">
            <a:extLst>
              <a:ext uri="{FF2B5EF4-FFF2-40B4-BE49-F238E27FC236}">
                <a16:creationId xmlns:a16="http://schemas.microsoft.com/office/drawing/2014/main" id="{083E7CCF-1996-CAE3-6558-3378D9A47EBF}"/>
              </a:ext>
            </a:extLst>
          </p:cNvPr>
          <p:cNvPicPr>
            <a:picLocks noChangeAspect="1"/>
          </p:cNvPicPr>
          <p:nvPr/>
        </p:nvPicPr>
        <p:blipFill>
          <a:blip r:embed="rId3"/>
          <a:stretch>
            <a:fillRect/>
          </a:stretch>
        </p:blipFill>
        <p:spPr>
          <a:xfrm>
            <a:off x="245100" y="1277200"/>
            <a:ext cx="4723506" cy="2782957"/>
          </a:xfrm>
          <a:prstGeom prst="rect">
            <a:avLst/>
          </a:prstGeom>
        </p:spPr>
      </p:pic>
    </p:spTree>
  </p:cSld>
  <p:clrMapOvr>
    <a:masterClrMapping/>
  </p:clrMapOvr>
  <p:transition advTm="43466">
    <p:fade thruBlk="1"/>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0">
              <a:schemeClr val="accent3"/>
            </a:gs>
            <a:gs pos="100000">
              <a:schemeClr val="accent6"/>
            </a:gs>
          </a:gsLst>
          <a:lin ang="2700006" scaled="0"/>
        </a:gradFill>
        <a:effectLst/>
      </p:bgPr>
    </p:bg>
    <p:spTree>
      <p:nvGrpSpPr>
        <p:cNvPr id="1" name="Shape 170"/>
        <p:cNvGrpSpPr/>
        <p:nvPr/>
      </p:nvGrpSpPr>
      <p:grpSpPr>
        <a:xfrm>
          <a:off x="0" y="0"/>
          <a:ext cx="0" cy="0"/>
          <a:chOff x="0" y="0"/>
          <a:chExt cx="0" cy="0"/>
        </a:xfrm>
      </p:grpSpPr>
      <p:sp>
        <p:nvSpPr>
          <p:cNvPr id="171" name="Google Shape;171;p26"/>
          <p:cNvSpPr txBox="1">
            <a:spLocks noGrp="1"/>
          </p:cNvSpPr>
          <p:nvPr>
            <p:ph type="ctrTitle" idx="4294967295"/>
          </p:nvPr>
        </p:nvSpPr>
        <p:spPr>
          <a:xfrm>
            <a:off x="685800" y="198120"/>
            <a:ext cx="7772400" cy="571442"/>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3200" dirty="0">
                <a:solidFill>
                  <a:schemeClr val="lt1"/>
                </a:solidFill>
                <a:latin typeface="High Tower Text" panose="02040502050506030303" pitchFamily="18" charset="0"/>
              </a:rPr>
              <a:t>Decision Tree</a:t>
            </a:r>
            <a:endParaRPr sz="3200" dirty="0">
              <a:solidFill>
                <a:schemeClr val="lt1"/>
              </a:solidFill>
              <a:latin typeface="High Tower Text" panose="02040502050506030303" pitchFamily="18" charset="0"/>
            </a:endParaRPr>
          </a:p>
        </p:txBody>
      </p:sp>
      <p:sp>
        <p:nvSpPr>
          <p:cNvPr id="172" name="Google Shape;172;p26"/>
          <p:cNvSpPr txBox="1">
            <a:spLocks noGrp="1"/>
          </p:cNvSpPr>
          <p:nvPr>
            <p:ph type="subTitle" idx="4294967295"/>
          </p:nvPr>
        </p:nvSpPr>
        <p:spPr>
          <a:xfrm>
            <a:off x="408730" y="1173479"/>
            <a:ext cx="4671021" cy="2550352"/>
          </a:xfrm>
          <a:prstGeom prst="rect">
            <a:avLst/>
          </a:prstGeom>
        </p:spPr>
        <p:txBody>
          <a:bodyPr spcFirstLastPara="1" wrap="square" lIns="0" tIns="0" rIns="0" bIns="0" anchor="t" anchorCtr="0">
            <a:noAutofit/>
          </a:bodyPr>
          <a:lstStyle/>
          <a:p>
            <a:pPr marL="285750" indent="-285750">
              <a:lnSpc>
                <a:spcPct val="150000"/>
              </a:lnSpc>
              <a:buFont typeface="Arial" panose="020B0604020202020204" pitchFamily="34" charset="0"/>
              <a:buChar char="•"/>
            </a:pPr>
            <a:r>
              <a:rPr lang="en-US" sz="1600" dirty="0">
                <a:solidFill>
                  <a:schemeClr val="bg2"/>
                </a:solidFill>
                <a:latin typeface="Times New Roman" panose="02020603050405020304" pitchFamily="18" charset="0"/>
                <a:cs typeface="Times New Roman" panose="02020603050405020304" pitchFamily="18" charset="0"/>
              </a:rPr>
              <a:t>The decision tree algorithm classifies data by branching based on features, ending at a classification leaf.</a:t>
            </a:r>
          </a:p>
          <a:p>
            <a:pPr marL="0" indent="0">
              <a:lnSpc>
                <a:spcPct val="150000"/>
              </a:lnSpc>
              <a:buNone/>
            </a:pPr>
            <a:endParaRPr lang="en-US" sz="1600" dirty="0">
              <a:solidFill>
                <a:schemeClr val="bg2"/>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dirty="0">
                <a:solidFill>
                  <a:schemeClr val="bg2"/>
                </a:solidFill>
                <a:latin typeface="Times New Roman" panose="02020603050405020304" pitchFamily="18" charset="0"/>
                <a:cs typeface="Times New Roman" panose="02020603050405020304" pitchFamily="18" charset="0"/>
              </a:rPr>
              <a:t>Used to predict pleasant weather in 15 European stations with 46.1% train accuracy.</a:t>
            </a:r>
          </a:p>
          <a:p>
            <a:pPr marL="0" indent="0">
              <a:lnSpc>
                <a:spcPct val="150000"/>
              </a:lnSpc>
              <a:buNone/>
            </a:pPr>
            <a:endParaRPr lang="en-US" sz="1600" dirty="0">
              <a:solidFill>
                <a:schemeClr val="bg2"/>
              </a:solidFill>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en-US" sz="1600" dirty="0">
                <a:solidFill>
                  <a:schemeClr val="bg2"/>
                </a:solidFill>
                <a:latin typeface="Times New Roman" panose="02020603050405020304" pitchFamily="18" charset="0"/>
                <a:cs typeface="Times New Roman" panose="02020603050405020304" pitchFamily="18" charset="0"/>
              </a:rPr>
              <a:t>Likely overfitting; pruning may improve accuracy.</a:t>
            </a:r>
          </a:p>
        </p:txBody>
      </p:sp>
      <p:pic>
        <p:nvPicPr>
          <p:cNvPr id="2" name="Content Placeholder 4">
            <a:extLst>
              <a:ext uri="{FF2B5EF4-FFF2-40B4-BE49-F238E27FC236}">
                <a16:creationId xmlns:a16="http://schemas.microsoft.com/office/drawing/2014/main" id="{390E9CAE-5CAD-80AD-1670-73507A9057CE}"/>
              </a:ext>
            </a:extLst>
          </p:cNvPr>
          <p:cNvPicPr>
            <a:picLocks noChangeAspect="1"/>
          </p:cNvPicPr>
          <p:nvPr/>
        </p:nvPicPr>
        <p:blipFill>
          <a:blip r:embed="rId3"/>
          <a:stretch>
            <a:fillRect/>
          </a:stretch>
        </p:blipFill>
        <p:spPr>
          <a:xfrm>
            <a:off x="5250210" y="1077226"/>
            <a:ext cx="3485060" cy="3401161"/>
          </a:xfrm>
          <a:prstGeom prst="rect">
            <a:avLst/>
          </a:prstGeom>
        </p:spPr>
      </p:pic>
    </p:spTree>
  </p:cSld>
  <p:clrMapOvr>
    <a:masterClrMapping/>
  </p:clrMapOvr>
  <p:transition advTm="42783">
    <p:fade thruBlk="1"/>
  </p:transition>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chemeClr val="accent1"/>
            </a:gs>
            <a:gs pos="100000">
              <a:schemeClr val="accent4"/>
            </a:gs>
          </a:gsLst>
          <a:lin ang="2700006" scaled="0"/>
        </a:gradFill>
        <a:effectLst/>
      </p:bgPr>
    </p:bg>
    <p:spTree>
      <p:nvGrpSpPr>
        <p:cNvPr id="1" name="Shape 235"/>
        <p:cNvGrpSpPr/>
        <p:nvPr/>
      </p:nvGrpSpPr>
      <p:grpSpPr>
        <a:xfrm>
          <a:off x="0" y="0"/>
          <a:ext cx="0" cy="0"/>
          <a:chOff x="0" y="0"/>
          <a:chExt cx="0" cy="0"/>
        </a:xfrm>
      </p:grpSpPr>
      <p:sp>
        <p:nvSpPr>
          <p:cNvPr id="236" name="Google Shape;236;p31"/>
          <p:cNvSpPr txBox="1">
            <a:spLocks noGrp="1"/>
          </p:cNvSpPr>
          <p:nvPr>
            <p:ph type="body" idx="4294967295"/>
          </p:nvPr>
        </p:nvSpPr>
        <p:spPr>
          <a:xfrm>
            <a:off x="245005" y="1472225"/>
            <a:ext cx="4101900" cy="4254900"/>
          </a:xfrm>
          <a:prstGeom prst="rect">
            <a:avLst/>
          </a:prstGeom>
        </p:spPr>
        <p:txBody>
          <a:bodyPr spcFirstLastPara="1" wrap="square" lIns="0" tIns="0" rIns="0" bIns="0" anchor="t" anchorCtr="0">
            <a:noAutofit/>
          </a:bodyPr>
          <a:lstStyle/>
          <a:p>
            <a:pPr marL="342900" indent="-342900">
              <a:lnSpc>
                <a:spcPct val="150000"/>
              </a:lnSpc>
              <a:buFont typeface="Arial" panose="020B0604020202020204" pitchFamily="34" charset="0"/>
              <a:buChar char="•"/>
            </a:pPr>
            <a:r>
              <a:rPr lang="en-US" sz="1600" dirty="0">
                <a:solidFill>
                  <a:schemeClr val="bg2"/>
                </a:solidFill>
                <a:latin typeface="Times New Roman" panose="02020603050405020304" pitchFamily="18" charset="0"/>
                <a:cs typeface="Times New Roman" panose="02020603050405020304" pitchFamily="18" charset="0"/>
              </a:rPr>
              <a:t>ANN mimics the brain using layers of interconnected neurons to learn patterns.</a:t>
            </a:r>
          </a:p>
          <a:p>
            <a:pPr marL="342900" indent="-342900">
              <a:lnSpc>
                <a:spcPct val="150000"/>
              </a:lnSpc>
              <a:buFont typeface="Arial" panose="020B0604020202020204" pitchFamily="34" charset="0"/>
              <a:buChar char="•"/>
            </a:pPr>
            <a:endParaRPr lang="en-US" sz="1600" dirty="0">
              <a:solidFill>
                <a:schemeClr val="bg2"/>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1600" dirty="0">
                <a:solidFill>
                  <a:schemeClr val="bg2"/>
                </a:solidFill>
                <a:latin typeface="Times New Roman" panose="02020603050405020304" pitchFamily="18" charset="0"/>
                <a:cs typeface="Times New Roman" panose="02020603050405020304" pitchFamily="18" charset="0"/>
              </a:rPr>
              <a:t>Learns by adjusting neuron connections; optimized via parameters like iterations, layer size, and learning rate.</a:t>
            </a:r>
          </a:p>
          <a:p>
            <a:pPr marL="342900" indent="-342900">
              <a:lnSpc>
                <a:spcPct val="150000"/>
              </a:lnSpc>
              <a:buFont typeface="Arial" panose="020B0604020202020204" pitchFamily="34" charset="0"/>
              <a:buChar char="•"/>
            </a:pPr>
            <a:endParaRPr lang="en-US" sz="1600" dirty="0">
              <a:solidFill>
                <a:schemeClr val="bg2"/>
              </a:solidFill>
              <a:latin typeface="Times New Roman" panose="02020603050405020304" pitchFamily="18" charset="0"/>
              <a:cs typeface="Times New Roman" panose="02020603050405020304" pitchFamily="18" charset="0"/>
            </a:endParaRPr>
          </a:p>
          <a:p>
            <a:pPr marL="342900" indent="-342900">
              <a:lnSpc>
                <a:spcPct val="150000"/>
              </a:lnSpc>
              <a:buFont typeface="Arial" panose="020B0604020202020204" pitchFamily="34" charset="0"/>
              <a:buChar char="•"/>
            </a:pPr>
            <a:r>
              <a:rPr lang="en-US" sz="1600" dirty="0">
                <a:solidFill>
                  <a:schemeClr val="bg2"/>
                </a:solidFill>
                <a:latin typeface="Times New Roman" panose="02020603050405020304" pitchFamily="18" charset="0"/>
                <a:cs typeface="Times New Roman" panose="02020603050405020304" pitchFamily="18" charset="0"/>
              </a:rPr>
              <a:t>Achieved a highest test accuracy of 67%.</a:t>
            </a:r>
            <a:endParaRPr lang="en-US" sz="1600" b="1" dirty="0">
              <a:solidFill>
                <a:schemeClr val="bg2"/>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B600813E-EA09-607F-182A-632C129DF2FD}"/>
              </a:ext>
            </a:extLst>
          </p:cNvPr>
          <p:cNvSpPr txBox="1"/>
          <p:nvPr/>
        </p:nvSpPr>
        <p:spPr>
          <a:xfrm>
            <a:off x="1702765" y="463999"/>
            <a:ext cx="5288280" cy="584775"/>
          </a:xfrm>
          <a:prstGeom prst="rect">
            <a:avLst/>
          </a:prstGeom>
          <a:noFill/>
        </p:spPr>
        <p:txBody>
          <a:bodyPr wrap="square" rtlCol="0">
            <a:spAutoFit/>
          </a:bodyPr>
          <a:lstStyle/>
          <a:p>
            <a:pPr marL="0" lvl="0" indent="0" algn="ctr" rtl="0">
              <a:spcBef>
                <a:spcPts val="0"/>
              </a:spcBef>
              <a:spcAft>
                <a:spcPts val="0"/>
              </a:spcAft>
              <a:buNone/>
            </a:pPr>
            <a:r>
              <a:rPr lang="en-US" sz="3200" dirty="0">
                <a:solidFill>
                  <a:schemeClr val="bg1"/>
                </a:solidFill>
                <a:latin typeface="High Tower Text" panose="02040502050506030303" pitchFamily="18" charset="0"/>
              </a:rPr>
              <a:t>Artificial Neural Network</a:t>
            </a:r>
          </a:p>
        </p:txBody>
      </p:sp>
      <p:pic>
        <p:nvPicPr>
          <p:cNvPr id="3" name="Picture 2">
            <a:extLst>
              <a:ext uri="{FF2B5EF4-FFF2-40B4-BE49-F238E27FC236}">
                <a16:creationId xmlns:a16="http://schemas.microsoft.com/office/drawing/2014/main" id="{67F96AD5-CE5B-D129-EAEE-24DDD8B5679C}"/>
              </a:ext>
            </a:extLst>
          </p:cNvPr>
          <p:cNvPicPr>
            <a:picLocks noChangeAspect="1"/>
          </p:cNvPicPr>
          <p:nvPr/>
        </p:nvPicPr>
        <p:blipFill>
          <a:blip r:embed="rId3"/>
          <a:stretch>
            <a:fillRect/>
          </a:stretch>
        </p:blipFill>
        <p:spPr>
          <a:xfrm>
            <a:off x="4656290" y="1699038"/>
            <a:ext cx="4192173" cy="2564401"/>
          </a:xfrm>
          <a:prstGeom prst="rect">
            <a:avLst/>
          </a:prstGeom>
        </p:spPr>
      </p:pic>
    </p:spTree>
  </p:cSld>
  <p:clrMapOvr>
    <a:masterClrMapping/>
  </p:clrMapOvr>
  <p:transition advTm="70785">
    <p:fade thruBlk="1"/>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9"/>
          <p:cNvSpPr txBox="1">
            <a:spLocks noGrp="1"/>
          </p:cNvSpPr>
          <p:nvPr>
            <p:ph type="title"/>
          </p:nvPr>
        </p:nvSpPr>
        <p:spPr>
          <a:xfrm>
            <a:off x="2968450" y="388619"/>
            <a:ext cx="5832600" cy="446155"/>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400" dirty="0">
                <a:latin typeface="High Tower Text" panose="02040502050506030303" pitchFamily="18" charset="0"/>
              </a:rPr>
              <a:t>Best Algorithm for ClimateWins Analysis</a:t>
            </a:r>
            <a:endParaRPr sz="2400" dirty="0">
              <a:latin typeface="High Tower Text" panose="02040502050506030303" pitchFamily="18" charset="0"/>
            </a:endParaRPr>
          </a:p>
        </p:txBody>
      </p:sp>
      <p:sp>
        <p:nvSpPr>
          <p:cNvPr id="201" name="Google Shape;201;p29"/>
          <p:cNvSpPr txBox="1">
            <a:spLocks noGrp="1"/>
          </p:cNvSpPr>
          <p:nvPr>
            <p:ph type="body" idx="1"/>
          </p:nvPr>
        </p:nvSpPr>
        <p:spPr>
          <a:xfrm>
            <a:off x="2716002" y="1145501"/>
            <a:ext cx="6137441" cy="3604400"/>
          </a:xfrm>
          <a:prstGeom prst="rect">
            <a:avLst/>
          </a:prstGeom>
        </p:spPr>
        <p:txBody>
          <a:bodyPr spcFirstLastPara="1" wrap="square" lIns="0" tIns="0" rIns="0" bIns="0" anchor="t" anchorCtr="0">
            <a:noAutofit/>
          </a:bodyPr>
          <a:lstStyle/>
          <a:p>
            <a:pPr marL="342900" indent="-342900">
              <a:lnSpc>
                <a:spcPct val="150000"/>
              </a:lnSpc>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The decision tree needs further pruning for more accurate predictions.</a:t>
            </a:r>
          </a:p>
          <a:p>
            <a:pPr marL="342900" indent="-342900">
              <a:lnSpc>
                <a:spcPct val="150000"/>
              </a:lnSpc>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The K-Nearest Neighbors Algorithm had the highest accuracy of 88.2% for predicting the climate temperature.</a:t>
            </a:r>
          </a:p>
          <a:p>
            <a:pPr marL="342900" indent="-342900">
              <a:lnSpc>
                <a:spcPct val="150000"/>
              </a:lnSpc>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The Artificial Neural Network had a test accuracy of 67% after 3 tests.</a:t>
            </a:r>
          </a:p>
          <a:p>
            <a:pPr marL="342900" indent="-342900">
              <a:lnSpc>
                <a:spcPct val="150000"/>
              </a:lnSpc>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The ANN model allows for more complexity in its analysis which sets it apart from the KNN model.</a:t>
            </a:r>
          </a:p>
          <a:p>
            <a:pPr marL="342900" indent="-342900">
              <a:lnSpc>
                <a:spcPct val="150000"/>
              </a:lnSpc>
              <a:buFont typeface="Arial" panose="020B0604020202020204" pitchFamily="34" charset="0"/>
              <a:buChar char="•"/>
            </a:pPr>
            <a:r>
              <a:rPr lang="en-US" dirty="0">
                <a:solidFill>
                  <a:schemeClr val="bg2"/>
                </a:solidFill>
                <a:latin typeface="Times New Roman" panose="02020603050405020304" pitchFamily="18" charset="0"/>
                <a:cs typeface="Times New Roman" panose="02020603050405020304" pitchFamily="18" charset="0"/>
              </a:rPr>
              <a:t>I believe that with further tests and adjustments with more added variables, the ANN would be the better algorithm. </a:t>
            </a:r>
          </a:p>
        </p:txBody>
      </p:sp>
    </p:spTree>
  </p:cSld>
  <p:clrMapOvr>
    <a:masterClrMapping/>
  </p:clrMapOvr>
  <p:transition advTm="53504">
    <p:fade thruBlk="1"/>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3"/>
          <p:cNvSpPr txBox="1">
            <a:spLocks noGrp="1"/>
          </p:cNvSpPr>
          <p:nvPr>
            <p:ph type="ctrTitle"/>
          </p:nvPr>
        </p:nvSpPr>
        <p:spPr>
          <a:xfrm>
            <a:off x="4314778" y="170217"/>
            <a:ext cx="4150200" cy="784800"/>
          </a:xfrm>
        </p:spPr>
        <p:txBody>
          <a:bodyPr spcFirstLastPara="1" wrap="square" lIns="0" tIns="0" rIns="0" bIns="0" anchor="b" anchorCtr="0">
            <a:normAutofit/>
          </a:bodyPr>
          <a:lstStyle/>
          <a:p>
            <a:pPr marL="0" lvl="0" indent="0" algn="ctr"/>
            <a:r>
              <a:rPr lang="en-US" sz="3200" b="0" i="0" u="none" strike="noStrike" cap="none" dirty="0">
                <a:latin typeface="High Tower Text" panose="02040502050506030303" pitchFamily="18" charset="0"/>
                <a:sym typeface="Kalam"/>
              </a:rPr>
              <a:t>Summary</a:t>
            </a:r>
          </a:p>
        </p:txBody>
      </p:sp>
      <p:sp>
        <p:nvSpPr>
          <p:cNvPr id="2" name="TextBox 1">
            <a:extLst>
              <a:ext uri="{FF2B5EF4-FFF2-40B4-BE49-F238E27FC236}">
                <a16:creationId xmlns:a16="http://schemas.microsoft.com/office/drawing/2014/main" id="{7EF78C4F-9E0F-E416-90AD-BCA3515B5BBE}"/>
              </a:ext>
            </a:extLst>
          </p:cNvPr>
          <p:cNvSpPr txBox="1"/>
          <p:nvPr/>
        </p:nvSpPr>
        <p:spPr>
          <a:xfrm>
            <a:off x="4433189" y="1255749"/>
            <a:ext cx="4250322" cy="3717534"/>
          </a:xfrm>
          <a:prstGeom prst="rect">
            <a:avLst/>
          </a:prstGeom>
          <a:noFill/>
          <a:ln>
            <a:noFill/>
          </a:ln>
        </p:spPr>
        <p:txBody>
          <a:bodyPr spcFirstLastPara="1" wrap="square" lIns="0" tIns="0" rIns="0" bIns="0" rtlCol="0" anchor="t" anchorCtr="0">
            <a:normAutofit fontScale="25000" lnSpcReduction="20000"/>
          </a:bodyPr>
          <a:lstStyle/>
          <a:p>
            <a:pPr marL="101600">
              <a:lnSpc>
                <a:spcPct val="120000"/>
              </a:lnSpc>
              <a:spcAft>
                <a:spcPts val="600"/>
              </a:spcAft>
              <a:buClr>
                <a:schemeClr val="accent5"/>
              </a:buClr>
              <a:buSzPts val="2000"/>
            </a:pPr>
            <a:r>
              <a:rPr lang="en-US" sz="48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rPr>
              <a:t>The accuracy of weather predictions does vary depending on the geographic location, as climate conditions differ from each region.</a:t>
            </a:r>
          </a:p>
          <a:p>
            <a:pPr marL="457200" lvl="7" indent="-355600">
              <a:lnSpc>
                <a:spcPct val="120000"/>
              </a:lnSpc>
              <a:spcAft>
                <a:spcPts val="600"/>
              </a:spcAft>
              <a:buClr>
                <a:schemeClr val="accent5"/>
              </a:buClr>
              <a:buSzPts val="2000"/>
            </a:pPr>
            <a:r>
              <a:rPr lang="en-US" sz="48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rPr>
              <a:t>	</a:t>
            </a:r>
            <a:r>
              <a:rPr lang="en-US" sz="3600" b="0" i="0" u="none" strike="noStrike" cap="none" dirty="0" err="1">
                <a:solidFill>
                  <a:schemeClr val="bg2"/>
                </a:solidFill>
                <a:latin typeface="Times New Roman" panose="02020603050405020304" pitchFamily="18" charset="0"/>
                <a:ea typeface="Merriweather"/>
                <a:cs typeface="Times New Roman" panose="02020603050405020304" pitchFamily="18" charset="0"/>
                <a:sym typeface="Merriweather"/>
              </a:rPr>
              <a:t>Sonnblick</a:t>
            </a:r>
            <a:r>
              <a:rPr lang="en-US" sz="36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rPr>
              <a:t> had 5,738 accurate predictions whereas Basel only had 3,907 accurate predictions.</a:t>
            </a:r>
          </a:p>
          <a:p>
            <a:pPr marL="457200" indent="-355600">
              <a:lnSpc>
                <a:spcPct val="120000"/>
              </a:lnSpc>
              <a:spcAft>
                <a:spcPts val="600"/>
              </a:spcAft>
              <a:buClr>
                <a:schemeClr val="accent5"/>
              </a:buClr>
              <a:buSzPts val="2000"/>
            </a:pPr>
            <a:endParaRPr lang="en-US" sz="48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endParaRPr>
          </a:p>
          <a:p>
            <a:pPr marL="101600">
              <a:lnSpc>
                <a:spcPct val="120000"/>
              </a:lnSpc>
              <a:spcAft>
                <a:spcPts val="600"/>
              </a:spcAft>
              <a:buClr>
                <a:schemeClr val="accent5"/>
              </a:buClr>
              <a:buSzPts val="2000"/>
            </a:pPr>
            <a:r>
              <a:rPr lang="en-US" sz="48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rPr>
              <a:t>Machine Learning Algorithms can accurately predict future weather conditions.</a:t>
            </a:r>
          </a:p>
          <a:p>
            <a:pPr marL="457200" lvl="1" indent="-355600">
              <a:lnSpc>
                <a:spcPct val="120000"/>
              </a:lnSpc>
              <a:spcAft>
                <a:spcPts val="600"/>
              </a:spcAft>
              <a:buClr>
                <a:schemeClr val="accent5"/>
              </a:buClr>
              <a:buSzPts val="2000"/>
            </a:pPr>
            <a:r>
              <a:rPr lang="en-US" sz="48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rPr>
              <a:t>	</a:t>
            </a:r>
            <a:r>
              <a:rPr lang="en-US" sz="36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rPr>
              <a:t>KNN had an average accuracy of 88.2%</a:t>
            </a:r>
          </a:p>
          <a:p>
            <a:pPr marL="457200" indent="-355600">
              <a:lnSpc>
                <a:spcPct val="120000"/>
              </a:lnSpc>
              <a:spcAft>
                <a:spcPts val="600"/>
              </a:spcAft>
              <a:buClr>
                <a:schemeClr val="accent5"/>
              </a:buClr>
              <a:buSzPts val="2000"/>
            </a:pPr>
            <a:endParaRPr lang="en-US" sz="48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endParaRPr>
          </a:p>
          <a:p>
            <a:pPr marL="101600">
              <a:lnSpc>
                <a:spcPct val="120000"/>
              </a:lnSpc>
              <a:spcAft>
                <a:spcPts val="600"/>
              </a:spcAft>
              <a:buClr>
                <a:schemeClr val="accent5"/>
              </a:buClr>
              <a:buSzPts val="2000"/>
            </a:pPr>
            <a:r>
              <a:rPr lang="en-US" sz="48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rPr>
              <a:t>Extreme weather events, which have increased over the past 10 to 20 years, can be predicted and planned for using advanced tools like machine learning.</a:t>
            </a:r>
          </a:p>
          <a:p>
            <a:pPr marL="457200" indent="-355600">
              <a:lnSpc>
                <a:spcPct val="120000"/>
              </a:lnSpc>
              <a:spcAft>
                <a:spcPts val="600"/>
              </a:spcAft>
              <a:buClr>
                <a:schemeClr val="accent5"/>
              </a:buClr>
              <a:buSzPts val="2000"/>
            </a:pPr>
            <a:r>
              <a:rPr lang="en-US" sz="48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rPr>
              <a:t>	</a:t>
            </a:r>
            <a:r>
              <a:rPr lang="en-US" sz="36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rPr>
              <a:t>With high accuracies from the ANN and KNN models, it is safe to say that extreme weather events can be predicted using machine learning.</a:t>
            </a:r>
          </a:p>
          <a:p>
            <a:pPr marL="457200" indent="-355600">
              <a:lnSpc>
                <a:spcPct val="105000"/>
              </a:lnSpc>
              <a:spcAft>
                <a:spcPts val="600"/>
              </a:spcAft>
              <a:buClr>
                <a:schemeClr val="accent5"/>
              </a:buClr>
              <a:buSzPts val="2000"/>
            </a:pPr>
            <a:endParaRPr lang="en-US" sz="4800" b="0" i="0" u="none" strike="noStrike" cap="none" dirty="0">
              <a:solidFill>
                <a:schemeClr val="bg2"/>
              </a:solidFill>
              <a:latin typeface="Times New Roman" panose="02020603050405020304" pitchFamily="18" charset="0"/>
              <a:ea typeface="Merriweather"/>
              <a:cs typeface="Times New Roman" panose="02020603050405020304" pitchFamily="18" charset="0"/>
              <a:sym typeface="Merriweather"/>
            </a:endParaRPr>
          </a:p>
          <a:p>
            <a:pPr marL="457200" lvl="0" indent="-355600">
              <a:lnSpc>
                <a:spcPct val="105000"/>
              </a:lnSpc>
              <a:spcAft>
                <a:spcPts val="600"/>
              </a:spcAft>
              <a:buClr>
                <a:schemeClr val="accent5"/>
              </a:buClr>
              <a:buSzPts val="2000"/>
              <a:defRPr b="1"/>
            </a:pPr>
            <a:endParaRPr lang="en-US" sz="4800" b="0" i="0" u="none" strike="noStrike" cap="none" dirty="0">
              <a:solidFill>
                <a:schemeClr val="accent5"/>
              </a:solidFill>
              <a:latin typeface="Merriweather"/>
              <a:ea typeface="Merriweather"/>
              <a:cs typeface="Merriweather"/>
              <a:sym typeface="Merriweather"/>
            </a:endParaRPr>
          </a:p>
          <a:p>
            <a:pPr marL="457200" indent="-355600">
              <a:lnSpc>
                <a:spcPct val="105000"/>
              </a:lnSpc>
              <a:spcAft>
                <a:spcPts val="600"/>
              </a:spcAft>
              <a:buClr>
                <a:schemeClr val="accent5"/>
              </a:buClr>
              <a:buSzPts val="2000"/>
            </a:pPr>
            <a:endParaRPr lang="en-US" sz="500" b="0" i="0" u="none" strike="noStrike" cap="none" dirty="0">
              <a:solidFill>
                <a:schemeClr val="accent5"/>
              </a:solidFill>
              <a:latin typeface="Merriweather"/>
              <a:ea typeface="Merriweather"/>
              <a:cs typeface="Merriweather"/>
              <a:sym typeface="Merriweather"/>
            </a:endParaRPr>
          </a:p>
        </p:txBody>
      </p:sp>
      <p:sp>
        <p:nvSpPr>
          <p:cNvPr id="132" name="Google Shape;132;p23" hidden="1"/>
          <p:cNvSpPr txBox="1">
            <a:spLocks noGrp="1"/>
          </p:cNvSpPr>
          <p:nvPr>
            <p:ph type="sldNum" idx="4294967295"/>
          </p:nvPr>
        </p:nvSpPr>
        <p:spPr>
          <a:xfrm>
            <a:off x="152409" y="4749901"/>
            <a:ext cx="548700" cy="393600"/>
          </a:xfrm>
          <a:prstGeom prst="rect">
            <a:avLst/>
          </a:prstGeom>
        </p:spPr>
        <p:txBody>
          <a:bodyPr spcFirstLastPara="1" wrap="square" lIns="0" tIns="0" rIns="0" bIns="0" anchor="ctr" anchorCtr="0">
            <a:noAutofit/>
          </a:bodyPr>
          <a:lstStyle/>
          <a:p>
            <a:pPr marL="0" lvl="0" indent="0" algn="l" rtl="0">
              <a:spcBef>
                <a:spcPts val="0"/>
              </a:spcBef>
              <a:spcAft>
                <a:spcPts val="600"/>
              </a:spcAft>
              <a:buNone/>
            </a:pPr>
            <a:fld id="{00000000-1234-1234-1234-123412341234}" type="slidenum">
              <a:rPr lang="en"/>
              <a:pPr marL="0" lvl="0" indent="0" algn="l" rtl="0">
                <a:spcBef>
                  <a:spcPts val="0"/>
                </a:spcBef>
                <a:spcAft>
                  <a:spcPts val="600"/>
                </a:spcAft>
                <a:buNone/>
              </a:pPr>
              <a:t>12</a:t>
            </a:fld>
            <a:endParaRPr lang="en-US"/>
          </a:p>
        </p:txBody>
      </p:sp>
    </p:spTree>
  </p:cSld>
  <p:clrMapOvr>
    <a:masterClrMapping/>
  </p:clrMapOvr>
  <p:transition advTm="55919">
    <p:fade thruBlk="1"/>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8"/>
          <p:cNvSpPr txBox="1">
            <a:spLocks noGrp="1"/>
          </p:cNvSpPr>
          <p:nvPr>
            <p:ph type="title"/>
          </p:nvPr>
        </p:nvSpPr>
        <p:spPr>
          <a:xfrm>
            <a:off x="3896717" y="221046"/>
            <a:ext cx="4571100" cy="8574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3200" dirty="0">
                <a:latin typeface="High Tower Text" panose="02040502050506030303" pitchFamily="18" charset="0"/>
              </a:rPr>
              <a:t>Next Steps</a:t>
            </a:r>
            <a:endParaRPr sz="3200" dirty="0">
              <a:latin typeface="High Tower Text" panose="02040502050506030303" pitchFamily="18" charset="0"/>
            </a:endParaRPr>
          </a:p>
        </p:txBody>
      </p:sp>
      <p:sp>
        <p:nvSpPr>
          <p:cNvPr id="191" name="Google Shape;191;p28"/>
          <p:cNvSpPr txBox="1"/>
          <p:nvPr/>
        </p:nvSpPr>
        <p:spPr>
          <a:xfrm>
            <a:off x="4388997" y="3618459"/>
            <a:ext cx="3744900" cy="713700"/>
          </a:xfrm>
          <a:prstGeom prst="rect">
            <a:avLst/>
          </a:prstGeom>
          <a:noFill/>
          <a:ln w="9525" cap="rnd" cmpd="sng">
            <a:solidFill>
              <a:schemeClr val="accent6"/>
            </a:solidFill>
            <a:prstDash val="solid"/>
            <a:miter lim="8000"/>
            <a:headEnd type="none" w="sm" len="sm"/>
            <a:tailEnd type="none" w="sm" len="sm"/>
          </a:ln>
        </p:spPr>
        <p:txBody>
          <a:bodyPr spcFirstLastPara="1" wrap="square" lIns="91425" tIns="91425" rIns="91425" bIns="91425" anchor="ctr" anchorCtr="0">
            <a:noAutofit/>
          </a:bodyPr>
          <a:lstStyle/>
          <a:p>
            <a:r>
              <a:rPr lang="en-US" dirty="0">
                <a:solidFill>
                  <a:schemeClr val="bg2"/>
                </a:solidFill>
              </a:rPr>
              <a:t>Continue to run further tests and make adjustments and improvements to bolster model accuracies.</a:t>
            </a:r>
          </a:p>
        </p:txBody>
      </p:sp>
      <p:sp>
        <p:nvSpPr>
          <p:cNvPr id="192" name="Google Shape;192;p28"/>
          <p:cNvSpPr txBox="1"/>
          <p:nvPr/>
        </p:nvSpPr>
        <p:spPr>
          <a:xfrm>
            <a:off x="4388997" y="2513032"/>
            <a:ext cx="3744900" cy="614881"/>
          </a:xfrm>
          <a:prstGeom prst="rect">
            <a:avLst/>
          </a:prstGeom>
          <a:noFill/>
          <a:ln w="9525" cap="rnd" cmpd="sng">
            <a:solidFill>
              <a:schemeClr val="accent3"/>
            </a:solidFill>
            <a:prstDash val="solid"/>
            <a:miter lim="8000"/>
            <a:headEnd type="none" w="sm" len="sm"/>
            <a:tailEnd type="none" w="sm" len="sm"/>
          </a:ln>
        </p:spPr>
        <p:txBody>
          <a:bodyPr spcFirstLastPara="1" wrap="square" lIns="91425" tIns="91425" rIns="91425" bIns="91425" anchor="ctr" anchorCtr="0">
            <a:noAutofit/>
          </a:bodyPr>
          <a:lstStyle/>
          <a:p>
            <a:r>
              <a:rPr lang="en-US" dirty="0">
                <a:solidFill>
                  <a:schemeClr val="bg2"/>
                </a:solidFill>
              </a:rPr>
              <a:t>Incorporate more weather stations to expand machine learning capabilities.</a:t>
            </a:r>
          </a:p>
          <a:p>
            <a:pPr marL="0" lvl="0" indent="0" algn="ctr" rtl="0">
              <a:spcBef>
                <a:spcPts val="0"/>
              </a:spcBef>
              <a:spcAft>
                <a:spcPts val="0"/>
              </a:spcAft>
              <a:buNone/>
            </a:pPr>
            <a:endParaRPr sz="1100" dirty="0">
              <a:solidFill>
                <a:schemeClr val="accent3"/>
              </a:solidFill>
              <a:latin typeface="Merriweather"/>
              <a:ea typeface="Merriweather"/>
              <a:cs typeface="Merriweather"/>
              <a:sym typeface="Merriweather"/>
            </a:endParaRPr>
          </a:p>
        </p:txBody>
      </p:sp>
      <p:sp>
        <p:nvSpPr>
          <p:cNvPr id="193" name="Google Shape;193;p28"/>
          <p:cNvSpPr txBox="1"/>
          <p:nvPr/>
        </p:nvSpPr>
        <p:spPr>
          <a:xfrm>
            <a:off x="4388997" y="1407605"/>
            <a:ext cx="3744900" cy="614881"/>
          </a:xfrm>
          <a:prstGeom prst="rect">
            <a:avLst/>
          </a:prstGeom>
          <a:noFill/>
          <a:ln w="9525" cap="rnd" cmpd="sng">
            <a:solidFill>
              <a:schemeClr val="accent1"/>
            </a:solidFill>
            <a:prstDash val="solid"/>
            <a:miter lim="8000"/>
            <a:headEnd type="none" w="sm" len="sm"/>
            <a:tailEnd type="none" w="sm" len="sm"/>
          </a:ln>
        </p:spPr>
        <p:txBody>
          <a:bodyPr spcFirstLastPara="1" wrap="square" lIns="91425" tIns="91425" rIns="91425" bIns="91425" anchor="ctr" anchorCtr="0">
            <a:noAutofit/>
          </a:bodyPr>
          <a:lstStyle/>
          <a:p>
            <a:r>
              <a:rPr lang="en-US" dirty="0">
                <a:solidFill>
                  <a:schemeClr val="bg2"/>
                </a:solidFill>
              </a:rPr>
              <a:t>Diversify variables other than temperature to find more insights and trends.</a:t>
            </a:r>
          </a:p>
        </p:txBody>
      </p:sp>
      <p:sp>
        <p:nvSpPr>
          <p:cNvPr id="2" name="Arrow: Down 1">
            <a:extLst>
              <a:ext uri="{FF2B5EF4-FFF2-40B4-BE49-F238E27FC236}">
                <a16:creationId xmlns:a16="http://schemas.microsoft.com/office/drawing/2014/main" id="{8D6DADDE-24D4-5FC8-B888-31CAF15C7537}"/>
              </a:ext>
            </a:extLst>
          </p:cNvPr>
          <p:cNvSpPr/>
          <p:nvPr/>
        </p:nvSpPr>
        <p:spPr>
          <a:xfrm>
            <a:off x="6103089" y="2119978"/>
            <a:ext cx="158359" cy="3065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Arrow: Down 2">
            <a:extLst>
              <a:ext uri="{FF2B5EF4-FFF2-40B4-BE49-F238E27FC236}">
                <a16:creationId xmlns:a16="http://schemas.microsoft.com/office/drawing/2014/main" id="{B0DF6952-6E48-1D49-4026-180E4920AA75}"/>
              </a:ext>
            </a:extLst>
          </p:cNvPr>
          <p:cNvSpPr/>
          <p:nvPr/>
        </p:nvSpPr>
        <p:spPr>
          <a:xfrm>
            <a:off x="6103088" y="3214465"/>
            <a:ext cx="158359" cy="30650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ransition advTm="22652">
    <p:fade thruBlk="1"/>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Shape 156"/>
        <p:cNvGrpSpPr/>
        <p:nvPr/>
      </p:nvGrpSpPr>
      <p:grpSpPr>
        <a:xfrm>
          <a:off x="0" y="0"/>
          <a:ext cx="0" cy="0"/>
          <a:chOff x="0" y="0"/>
          <a:chExt cx="0" cy="0"/>
        </a:xfrm>
      </p:grpSpPr>
      <p:sp>
        <p:nvSpPr>
          <p:cNvPr id="158" name="Google Shape;158;p25"/>
          <p:cNvSpPr txBox="1">
            <a:spLocks noGrp="1"/>
          </p:cNvSpPr>
          <p:nvPr>
            <p:ph type="title" idx="4294967295"/>
          </p:nvPr>
        </p:nvSpPr>
        <p:spPr>
          <a:xfrm>
            <a:off x="2286450" y="502004"/>
            <a:ext cx="4571100" cy="538500"/>
          </a:xfrm>
          <a:prstGeom prst="rect">
            <a:avLst/>
          </a:prstGeom>
        </p:spPr>
        <p:txBody>
          <a:bodyPr spcFirstLastPara="1" wrap="square" lIns="0" tIns="0" rIns="0" bIns="0" anchor="b" anchorCtr="0">
            <a:noAutofit/>
          </a:bodyPr>
          <a:lstStyle/>
          <a:p>
            <a:pPr marL="0" lvl="0" indent="0" algn="ctr" rtl="0">
              <a:spcBef>
                <a:spcPts val="0"/>
              </a:spcBef>
              <a:spcAft>
                <a:spcPts val="0"/>
              </a:spcAft>
              <a:buNone/>
            </a:pPr>
            <a:r>
              <a:rPr lang="en" sz="3200" dirty="0">
                <a:solidFill>
                  <a:schemeClr val="lt1"/>
                </a:solidFill>
                <a:latin typeface="High Tower Text" panose="02040502050506030303" pitchFamily="18" charset="0"/>
              </a:rPr>
              <a:t>T</a:t>
            </a:r>
            <a:r>
              <a:rPr lang="en-US" sz="3200" dirty="0">
                <a:solidFill>
                  <a:schemeClr val="lt1"/>
                </a:solidFill>
                <a:latin typeface="High Tower Text" panose="02040502050506030303" pitchFamily="18" charset="0"/>
              </a:rPr>
              <a:t>h</a:t>
            </a:r>
            <a:r>
              <a:rPr lang="en" sz="3200" dirty="0">
                <a:solidFill>
                  <a:schemeClr val="lt1"/>
                </a:solidFill>
                <a:latin typeface="High Tower Text" panose="02040502050506030303" pitchFamily="18" charset="0"/>
              </a:rPr>
              <a:t>ank you!</a:t>
            </a:r>
            <a:endParaRPr sz="3200" dirty="0">
              <a:solidFill>
                <a:schemeClr val="lt1"/>
              </a:solidFill>
              <a:latin typeface="High Tower Text" panose="02040502050506030303" pitchFamily="18" charset="0"/>
            </a:endParaRPr>
          </a:p>
        </p:txBody>
      </p:sp>
      <p:pic>
        <p:nvPicPr>
          <p:cNvPr id="3" name="Picture 2" descr="A white cat in a black circle&#10;&#10;AI-generated content may be incorrect.">
            <a:extLst>
              <a:ext uri="{FF2B5EF4-FFF2-40B4-BE49-F238E27FC236}">
                <a16:creationId xmlns:a16="http://schemas.microsoft.com/office/drawing/2014/main" id="{F3F7A648-1BA5-6673-1D74-CF0C91B2EC10}"/>
              </a:ext>
            </a:extLst>
          </p:cNvPr>
          <p:cNvPicPr>
            <a:picLocks noChangeAspect="1"/>
          </p:cNvPicPr>
          <p:nvPr/>
        </p:nvPicPr>
        <p:blipFill>
          <a:blip r:embed="rId3"/>
          <a:stretch>
            <a:fillRect/>
          </a:stretch>
        </p:blipFill>
        <p:spPr>
          <a:xfrm>
            <a:off x="5940310" y="1768820"/>
            <a:ext cx="1033359" cy="1033359"/>
          </a:xfrm>
          <a:prstGeom prst="rect">
            <a:avLst/>
          </a:prstGeom>
        </p:spPr>
      </p:pic>
      <p:pic>
        <p:nvPicPr>
          <p:cNvPr id="5" name="Picture 4" descr="A logo with a white background&#10;&#10;AI-generated content may be incorrect.">
            <a:extLst>
              <a:ext uri="{FF2B5EF4-FFF2-40B4-BE49-F238E27FC236}">
                <a16:creationId xmlns:a16="http://schemas.microsoft.com/office/drawing/2014/main" id="{A6D17695-ED60-31EA-7659-0B5B9AFA2827}"/>
              </a:ext>
            </a:extLst>
          </p:cNvPr>
          <p:cNvPicPr>
            <a:picLocks noChangeAspect="1"/>
          </p:cNvPicPr>
          <p:nvPr/>
        </p:nvPicPr>
        <p:blipFill>
          <a:blip r:embed="rId4"/>
          <a:stretch>
            <a:fillRect/>
          </a:stretch>
        </p:blipFill>
        <p:spPr>
          <a:xfrm>
            <a:off x="1962191" y="1720873"/>
            <a:ext cx="1129254" cy="1129254"/>
          </a:xfrm>
          <a:prstGeom prst="rect">
            <a:avLst/>
          </a:prstGeom>
        </p:spPr>
      </p:pic>
      <p:sp>
        <p:nvSpPr>
          <p:cNvPr id="6" name="TextBox 5">
            <a:extLst>
              <a:ext uri="{FF2B5EF4-FFF2-40B4-BE49-F238E27FC236}">
                <a16:creationId xmlns:a16="http://schemas.microsoft.com/office/drawing/2014/main" id="{6E79B6F1-9149-C2EF-3837-B134CF3A6034}"/>
              </a:ext>
            </a:extLst>
          </p:cNvPr>
          <p:cNvSpPr txBox="1"/>
          <p:nvPr/>
        </p:nvSpPr>
        <p:spPr>
          <a:xfrm>
            <a:off x="1540054" y="3671053"/>
            <a:ext cx="1973525" cy="307777"/>
          </a:xfrm>
          <a:prstGeom prst="rect">
            <a:avLst/>
          </a:prstGeom>
          <a:noFill/>
        </p:spPr>
        <p:txBody>
          <a:bodyPr wrap="square" rtlCol="0">
            <a:spAutoFit/>
          </a:bodyPr>
          <a:lstStyle/>
          <a:p>
            <a:r>
              <a:rPr lang="en-US" dirty="0">
                <a:solidFill>
                  <a:schemeClr val="bg1"/>
                </a:solidFill>
              </a:rPr>
              <a:t>andycen7@gmail.com</a:t>
            </a:r>
          </a:p>
        </p:txBody>
      </p:sp>
      <p:sp>
        <p:nvSpPr>
          <p:cNvPr id="7" name="TextBox 6">
            <a:extLst>
              <a:ext uri="{FF2B5EF4-FFF2-40B4-BE49-F238E27FC236}">
                <a16:creationId xmlns:a16="http://schemas.microsoft.com/office/drawing/2014/main" id="{F0189960-B58F-6A90-E378-2AE1CB731190}"/>
              </a:ext>
            </a:extLst>
          </p:cNvPr>
          <p:cNvSpPr txBox="1"/>
          <p:nvPr/>
        </p:nvSpPr>
        <p:spPr>
          <a:xfrm>
            <a:off x="5723493" y="3666824"/>
            <a:ext cx="1466987" cy="307777"/>
          </a:xfrm>
          <a:prstGeom prst="rect">
            <a:avLst/>
          </a:prstGeom>
          <a:noFill/>
        </p:spPr>
        <p:txBody>
          <a:bodyPr wrap="square" rtlCol="0">
            <a:spAutoFit/>
          </a:bodyPr>
          <a:lstStyle/>
          <a:p>
            <a:pPr algn="ctr"/>
            <a:r>
              <a:rPr lang="en-US" dirty="0">
                <a:solidFill>
                  <a:schemeClr val="bg1"/>
                </a:solidFill>
                <a:hlinkClick r:id="rId5">
                  <a:extLst>
                    <a:ext uri="{A12FA001-AC4F-418D-AE19-62706E023703}">
                      <ahyp:hlinkClr xmlns:ahyp="http://schemas.microsoft.com/office/drawing/2018/hyperlinkcolor" val="tx"/>
                    </a:ext>
                  </a:extLst>
                </a:hlinkClick>
              </a:rPr>
              <a:t>GitHub Link</a:t>
            </a:r>
            <a:endParaRPr lang="en-US" dirty="0">
              <a:solidFill>
                <a:schemeClr val="bg1"/>
              </a:solidFill>
            </a:endParaRPr>
          </a:p>
        </p:txBody>
      </p:sp>
      <p:sp>
        <p:nvSpPr>
          <p:cNvPr id="8" name="TextBox 7">
            <a:extLst>
              <a:ext uri="{FF2B5EF4-FFF2-40B4-BE49-F238E27FC236}">
                <a16:creationId xmlns:a16="http://schemas.microsoft.com/office/drawing/2014/main" id="{5D5B69A0-AC50-F942-51A6-6F2FF613F930}"/>
              </a:ext>
            </a:extLst>
          </p:cNvPr>
          <p:cNvSpPr txBox="1"/>
          <p:nvPr/>
        </p:nvSpPr>
        <p:spPr>
          <a:xfrm>
            <a:off x="1211134" y="3125984"/>
            <a:ext cx="2631367" cy="523220"/>
          </a:xfrm>
          <a:prstGeom prst="rect">
            <a:avLst/>
          </a:prstGeom>
          <a:noFill/>
        </p:spPr>
        <p:txBody>
          <a:bodyPr wrap="square" rtlCol="0">
            <a:spAutoFit/>
          </a:bodyPr>
          <a:lstStyle/>
          <a:p>
            <a:pPr algn="ctr"/>
            <a:r>
              <a:rPr lang="en-US" dirty="0">
                <a:solidFill>
                  <a:schemeClr val="bg1"/>
                </a:solidFill>
              </a:rPr>
              <a:t>For any further questions, please contact me at my email</a:t>
            </a:r>
          </a:p>
        </p:txBody>
      </p:sp>
      <p:sp>
        <p:nvSpPr>
          <p:cNvPr id="9" name="TextBox 8">
            <a:extLst>
              <a:ext uri="{FF2B5EF4-FFF2-40B4-BE49-F238E27FC236}">
                <a16:creationId xmlns:a16="http://schemas.microsoft.com/office/drawing/2014/main" id="{28DDAC72-433D-A84A-DECE-F51C151C5C74}"/>
              </a:ext>
            </a:extLst>
          </p:cNvPr>
          <p:cNvSpPr txBox="1"/>
          <p:nvPr/>
        </p:nvSpPr>
        <p:spPr>
          <a:xfrm>
            <a:off x="4713707" y="3143604"/>
            <a:ext cx="3486561" cy="523220"/>
          </a:xfrm>
          <a:prstGeom prst="rect">
            <a:avLst/>
          </a:prstGeom>
          <a:noFill/>
        </p:spPr>
        <p:txBody>
          <a:bodyPr wrap="square" rtlCol="0">
            <a:spAutoFit/>
          </a:bodyPr>
          <a:lstStyle/>
          <a:p>
            <a:pPr algn="ctr"/>
            <a:r>
              <a:rPr lang="en-US" dirty="0">
                <a:solidFill>
                  <a:schemeClr val="bg1"/>
                </a:solidFill>
              </a:rPr>
              <a:t>Check out my GitHub for the Python scripts and datasets used in this analysis</a:t>
            </a:r>
          </a:p>
        </p:txBody>
      </p:sp>
    </p:spTree>
  </p:cSld>
  <p:clrMapOvr>
    <a:masterClrMapping/>
  </p:clrMapOvr>
  <p:transition advTm="16327">
    <p:fade thruBlk="1"/>
  </p:transition>
</p:sld>
</file>

<file path=ppt/theme/theme1.xml><?xml version="1.0" encoding="utf-8"?>
<a:theme xmlns:a="http://schemas.openxmlformats.org/drawingml/2006/main" name="Woodville template">
  <a:themeElements>
    <a:clrScheme name="Custom 347">
      <a:dk1>
        <a:srgbClr val="38414C"/>
      </a:dk1>
      <a:lt1>
        <a:srgbClr val="FFFFFF"/>
      </a:lt1>
      <a:dk2>
        <a:srgbClr val="222222"/>
      </a:dk2>
      <a:lt2>
        <a:srgbClr val="DCE1E8"/>
      </a:lt2>
      <a:accent1>
        <a:srgbClr val="498BE4"/>
      </a:accent1>
      <a:accent2>
        <a:srgbClr val="8FC6EF"/>
      </a:accent2>
      <a:accent3>
        <a:srgbClr val="4F9CB5"/>
      </a:accent3>
      <a:accent4>
        <a:srgbClr val="9DDDD2"/>
      </a:accent4>
      <a:accent5>
        <a:srgbClr val="75AF77"/>
      </a:accent5>
      <a:accent6>
        <a:srgbClr val="ABDE75"/>
      </a:accent6>
      <a:hlink>
        <a:srgbClr val="4A8D63"/>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TotalTime>
  <Words>868</Words>
  <Application>Microsoft Office PowerPoint</Application>
  <PresentationFormat>On-screen Show (16:9)</PresentationFormat>
  <Paragraphs>89</Paragraphs>
  <Slides>14</Slides>
  <Notes>13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High Tower Text</vt:lpstr>
      <vt:lpstr>Kalam</vt:lpstr>
      <vt:lpstr>Merriweather</vt:lpstr>
      <vt:lpstr>Times New Roman</vt:lpstr>
      <vt:lpstr>Arial</vt:lpstr>
      <vt:lpstr>Woodville template</vt:lpstr>
      <vt:lpstr>Weather Conditions and Climate Change Analysis with ClimateWins</vt:lpstr>
      <vt:lpstr>Contents</vt:lpstr>
      <vt:lpstr>Project Goals</vt:lpstr>
      <vt:lpstr>Hypotheses</vt:lpstr>
      <vt:lpstr>Data Set</vt:lpstr>
      <vt:lpstr>Data Biases</vt:lpstr>
      <vt:lpstr>Data Optimization</vt:lpstr>
      <vt:lpstr>K-Nearest Neighbors</vt:lpstr>
      <vt:lpstr>Decision Tree</vt:lpstr>
      <vt:lpstr>PowerPoint Presentation</vt:lpstr>
      <vt:lpstr>Best Algorithm for ClimateWins Analysis</vt:lpstr>
      <vt:lpstr>Summary</vt:lpstr>
      <vt:lpstr>Next Steps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ANDY CEN</dc:creator>
  <cp:lastModifiedBy>ANDY CEN</cp:lastModifiedBy>
  <cp:revision>2</cp:revision>
  <dcterms:modified xsi:type="dcterms:W3CDTF">2025-05-19T22:04:16Z</dcterms:modified>
</cp:coreProperties>
</file>